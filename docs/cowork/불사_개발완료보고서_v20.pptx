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9332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89761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4475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08576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249424"/>
            <a:ext cx="3429000" cy="2487168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4505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439912" y="276148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2898648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287268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4809744"/>
            <a:ext cx="110916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49194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35838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5" name="Rectangle 44"/>
          <p:cNvSpPr/>
          <p:nvPr/>
        </p:nvSpPr>
        <p:spPr>
          <a:xfrm>
            <a:off x="608076" y="1463040"/>
            <a:ext cx="41148" cy="603504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58784" y="4882896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724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38251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0857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3991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8251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8251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