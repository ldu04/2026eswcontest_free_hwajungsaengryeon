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48322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48322" y="1512189"/>
            <a:ext cx="-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8130" y="1548765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98130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9378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9378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7474" y="1539621"/>
            <a:ext cx="836676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7474" y="1539621"/>
            <a:ext cx="-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4150" y="150761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44150" y="1507617"/>
            <a:ext cx="-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93958" y="155333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4606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4606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2702" y="2310003"/>
            <a:ext cx="845820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2702" y="2310003"/>
            <a:ext cx="-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8522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48522" y="2277999"/>
            <a:ext cx="-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98330" y="2314575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8330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9578" y="226428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9578" y="226428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7674" y="2305431"/>
            <a:ext cx="-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43750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43750" y="3039237"/>
            <a:ext cx="-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93558" y="3084957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93558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34806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4806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2902" y="3075813"/>
            <a:ext cx="845820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2902" y="3075813"/>
            <a:ext cx="-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48722" y="304380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48722" y="3043809"/>
            <a:ext cx="-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98530" y="308038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9178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7274" y="3837051"/>
            <a:ext cx="836676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43950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3758" y="3850767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35006" y="380047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70598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20406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61654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29750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66426" y="1429893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16234" y="1475613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56882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24978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70798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20606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61854" y="2186559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29950" y="2227707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66026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15834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57082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25178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70998" y="2966085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20806" y="3002661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61454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29550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66226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16034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57282" y="3722751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25378" y="3763899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868680" y="3611880"/>
            <a:ext cx="1920240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화중생련  </a:t>
            </a:r>
            <a:pPr indent="0" marL="0">
              <a:buNone/>
            </a:pPr>
            <a:r>
              <a:rPr lang="en-US" sz="200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火中生蓮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  |  독창성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재난에선 노드 파괴가 '필연'이다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죽는다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기존 시스템은 이 죽음을 단순 '손실'로 처리한다. 우리는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시공간 패턴 자체를 데이터로 승격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해, 사라진 노드들이 오히려 불의 방향·속도를 그리게 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98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위성·드론은 연기·수목 아래 지표 화선을 못 본다. 진화 지휘·대원 안전이 직결된 실시간 공백이 남는다.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69748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898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기존의 공백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53712" y="333756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47472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stock 메시는 죽은 노드를 우회만 할 뿐, 그 죽음에 담긴 정보를 버린다.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69748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898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목표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330184" y="333756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347472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패턴을 데이터로 + 자가치유로, 그 공백을 지상에서 실시간으로 채운다.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응용(산불)이 아니라 아키텍처(고장→데이터 + 자가치유)에 독창성이 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  |  활용성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상공이 못 보는 '지표 화선'의 실시간 공백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화선(fire front)의 위치·방향·속도. 위성은 광역 개요만, 드론은 상공·간헐적이라 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동기 (2025 의성 산불)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산불 대응 현장에서, 지상의 실시간 화선 정보가 없어 판단이 지연되는 국면을 보며 '지상에서 화선을 실측하는 저가 레이어'의 필요를 절감했다. (동기·삽화로만 사용 — 반사실 주장 아님)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동기는 삽화로만 · 근거는 일반 산불대응 공백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  |  독창성 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고장을 '손실'이 아니라 '데이터'로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522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2814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2258568"/>
            <a:ext cx="6858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17720" y="17373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522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2814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18120" y="2258568"/>
            <a:ext cx="6858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173736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9522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95360" y="22814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불의 진행을 역산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101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68680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862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(좌표·죽은시각)에서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108960"/>
            <a:ext cx="543153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310128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28232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886200"/>
            <a:ext cx="4974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 |  기술성(임베디드SW 적용)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 · 소프트웨어 구성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(생사·경보 시각화)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(메시↔대시보드)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배터리 / 승압 모듈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16노드 실물 재료비 ≈ 45만 원 (저가 소모형 설계).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— 메시 자동 구성·우회 + 메시 시각 동기 제공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시뮬레이터(Python), Wokwi(컴파일 확인)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② 기능 설계도  |  기술성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 아키텍처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8986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2880360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28986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2880360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28986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2880360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228600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5694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28986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임종신호·하트비트를 메시로 흘리면, 게이트웨이가 죽은 노드의 시공간 패턴에서 화선을 추정하고, 대시보드가 생사·자가치유 경로·참/추정 화선·대피경보를 실시간 재생한다.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4892040"/>
            <a:ext cx="7772400" cy="1051560"/>
          </a:xfrm>
          <a:prstGeom prst="roundRect">
            <a:avLst>
              <a:gd name="adj" fmla="val 521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50932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이식성 증명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423160" y="5532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5669280"/>
            <a:ext cx="731520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게이트웨이가 시뮬레이터의 추정기 코드를 그대로 재사용 → 모의 데이터에서 방향 2.115°·속도 0.096%가 시뮬 직접값과 완전 일치. 검증된 알고리즘을 실물 파이프라인에 그대로 옮길 수 있음을 증명.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4대 모듈  |  기술성·완성도 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시스템을 이루는 네 개의 핵심 모듈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 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stock 메시가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(좌표·시각)에서 최소제곱으로 불의 방향·속도·ETA를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  |  기술성·완성도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노드의 (좌표·시각) → 불의 방향·속도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6276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 수집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97510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임계온도에 타 죽은 시각 = 불이 그 지점에 도착한 시각.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81635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279806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최소제곱 평면 적합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314553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(x, y, 죽은시각) 점들에 가장 잘 맞는 면을 긋는다 (딥러닝 아님).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867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396849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 → 방향·속도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0432" y="431596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평면의 기울기 방향 = 진행 방향, 1 / 기울기 크기 = 진행 속도.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737360"/>
            <a:ext cx="46177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88366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 지도 (개념)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265176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2651760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651760"/>
            <a:ext cx="237744" cy="237744"/>
          </a:xfrm>
          <a:prstGeom prst="ellipse">
            <a:avLst/>
          </a:prstGeom>
          <a:solidFill>
            <a:srgbClr val="E8A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69880" y="2651760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3310128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3310128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3310128"/>
            <a:ext cx="237744" cy="237744"/>
          </a:xfrm>
          <a:prstGeom prst="ellipse">
            <a:avLst/>
          </a:prstGeom>
          <a:solidFill>
            <a:srgbClr val="E8A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69880" y="331012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3968496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9640" y="3968496"/>
            <a:ext cx="237744" cy="23774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0" y="3968496"/>
            <a:ext cx="237744" cy="237744"/>
          </a:xfrm>
          <a:prstGeom prst="ellipse">
            <a:avLst/>
          </a:prstGeom>
          <a:solidFill>
            <a:srgbClr val="E8A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9880" y="3968496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267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죽음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921240" y="2267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 죽음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4434840"/>
            <a:ext cx="3017520" cy="0"/>
          </a:xfrm>
          <a:prstGeom prst="line">
            <a:avLst/>
          </a:prstGeom>
          <a:noFill/>
          <a:ln w="31750">
            <a:solidFill>
              <a:srgbClr val="1F2421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589520" y="4498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 진행 방향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최소제곱 — 저사양 게이트웨이에서 즉시 계산.  </a:t>
            </a:r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견고(2.1°), 속도는 보수적(안전마진).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  |  독창성·기술성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'통신두절'인가, '진짜 파괴'인가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것(통신두절)을 죽음으로 오판하면 가짜 화선이 그려진다. 우리는 두 층으로 구분한다.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871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· 다중 이웃 교차검증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노드가 침묵해도 즉시 죽음으로 보지 않는다. K개 이웃(K_confirm=3)이 독립적으로 '연결 끊김'을 확인해야 사망 후보로 승격 — 일시적 링크 노이즈를 걸러낸다.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3912" y="2286000"/>
            <a:ext cx="5477256" cy="2286000"/>
          </a:xfrm>
          <a:prstGeom prst="roundRect">
            <a:avLst>
              <a:gd name="adj" fmla="val 24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248716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· 온도 교차검증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82512" y="292608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3063240"/>
            <a:ext cx="50200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후보가 직전에 고온을 겪었는가? 화선에 의한 죽음이면 온도 상승이 선행한다. 온도 정황이 뒷받침될 때만 '화선 사망'으로 확정.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전 구간(통신두절 0.30까지) 오탐률 0%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 초기 설계의 관대판정發 오탐(0.20~)을 원인 특정해 제거.  이 계층이 죽음을 단순 우회하는 stock 메시와의 진짜 차별점이다.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  |  기술성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끊겨도 관측은 죽지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4983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sink(id 0) 기준 역방향 BFS로 각 노드의 상행 경로를 구성.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DEAD로 확정되면 영향 구역만 경로를 즉시 재계산.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연결성이 유지되는 한, 죽은 노드를 우회해 데이터가 계속 sink에 도달.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재라우팅 실지연은 실물에서 첫 실측(Phase C). 시뮬의 100ms는 틱값(성능 아님).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7889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02005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자가치유(관측 지속) + 임종신호(죽음의 시각 확정)가 만나, '죽는 노드'가 '살아있는 정보'가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  |  기술성·완성도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구성과 'measure-first' 규율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네트워크 시뮬레이터·도착시각 추정기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연구노트(PROGRESS·DECISIONS·STRESS_REPORT)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로그(D-001~)·진행 로그를 남겨 '정직한 연구 여정' 자체를 자산화.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017520"/>
          </a:xfrm>
          <a:prstGeom prst="roundRect">
            <a:avLst>
              <a:gd name="adj" fmla="val 1818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measure-first 규율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시뮬은 항상 seed 고정 → 결과 재현 가능.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데모에만 맞춘 overfitting 함정 회피.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새 요인은 '환경'만 어렵게, 추정기·방어 로직은 불변으로 측정.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규율 덕에 스트레스·괴리 수치를 심사에서 그대로 방어할 수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  |  기술성(문제해결·공학 성숙도)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 없이 먼저 검증하고, 정직하게 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· 하드웨어 리스크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도착 전 알고리즘을 못 짜면 개발이 지연되고, 실물에서 처음 검증하면 리스크가 크다.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· 시뮬 선(先)개발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시뮬레이터로 4대 기능을 먼저 구현·검증. 정상 조건에서 방향 2.12°·속도 0.10%·전달률 92.3%·오탐 0% 확보.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· 가짜로 좋은 수치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48056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1772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초기엔 바람이 고정 파형이라 시드를 바꿔도 오차가 안 변해 에러바가 가짜로 0에 가까웠다.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84048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404164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· 측정 정직화 (#2b)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82512" y="448056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61772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바람을 시드마다 다른 실현으로 바꿔 진짜 통계로. 재특성화 결과: 방향·위치는 견고, 속도는 취약 → '방향 신뢰, 속도 보수적' 원칙 확립.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정직성 서사 = 과대포장 배제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  |  공학 성숙도·차별화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무섭던 위험 '시계 동기'를 실물 전에 정량화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시뮬은 모든 노드가 시계 하나를 공유하지만, 실물 ESP32는 저마다 시계가 어긋난다(드리프트). 우리 추정기는 죽은 '시각 차이'로 방향·속도를 뽑기에, 시계 오차가 곧 추정 오차가 될 수 있다 —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시뮬에선 안 보이는 실물 전용 위험.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2.13°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방향오차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시계지터 300ms에서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265176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속도오차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300ms에서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0.30까지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41080" y="265176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41080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노드수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4108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저밀도 속도붕괴 근거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45312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· painlessMesh 메시 시각 동기 + 시뮬 정량화(#2c)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4892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2920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고른 라이브러리가 마침 메시 전체 공유 시각(getNodeTime())을 제공 → 드리프트를 근본 완화. 시뮬로 잔여 지터를 0~300ms 주입해도 방향은 견고(2.1°). ①라이브러리 대응 ②시뮬로 허용치 확보 ③실제값은 실물에서 확인 — 세 겹으로 선점.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#2c · measure-first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③ ★ 새 한계의 발굴·진단·해결  |  공학 성숙도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'비화재 사망' — 발견부터 해결까지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#2c에서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축의 한계를 스스로 발굴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불이 아닌 죽음(배터리·고장)을 화선 사망으로 오분류. '찬 구역은 방어된다'는 우리 가설을 측정으로 반증하고, 원인을 특정해 제거했다.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072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(#2e-1 · 측정)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'위험한 찬 구역은 방어된다'는 가설을 측정으로 반증 — 찬(COOL) 비화재 누수 86.4%. 원인은 이웃 표본 부족 시 관대 채택(설계 구멍, 물리적 한계 아님)으로 특정.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3912" y="2606040"/>
            <a:ext cx="5477256" cy="1965960"/>
          </a:xfrm>
          <a:prstGeom prst="roundRect">
            <a:avLst>
              <a:gd name="adj" fmla="val 279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280720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(#2e-2)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82512" y="3246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3383280"/>
            <a:ext cx="50200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관대 채택을 멈춰 COOL 누수 86.4%→0%, 방향 오염 제거(적대적 8개서 15.7°→2.7°). 남은 통과는 참 화선과 일치하는 무해 HOT뿐. 보너스로 기존 오탐 breakpoint(0.20)도 소멸.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발견→가설→반증→진단→해결의 완결. '한계를 아는' 것을 넘어 '고치는' 성숙도. (estimator 수학 불변, 선별 로직만)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#2c 발견 · #2e 진단·해결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  |  독창성 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고장을 '손실'이 아니라 '데이터'로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전선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stock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stock 메시가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성능·강건성  |  기술성(정량)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성능과 '작동 한계선'을 함께 밝힌다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2.12°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방향오차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조건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645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2128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속도오차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487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조건(보수적 해석)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45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92.3%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2128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487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포함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1645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15400" y="22128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15400" y="2487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오판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한계선 (operating envelope) — 어디까지 버티는가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50799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한계선 / 결과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밀도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12노드 이상에서 속도 안정 (9노드서 붕괴)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'12+ 운용' 근거 → 실물 16 + 시뮬 확장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 지터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300ms까지 방향 2.1° 견고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메시 시각 동기로 사실상 해소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통신두절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전 구간(0.30)까지 오탐 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관대판정 제거로 초기 breakpoint 소멸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비화·비화재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비화 2개+ 취약 · 비화재 COOL 누수 차단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#2e: COOL 86.4%→0%, 잔여는 무해 HOT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🟡 실물 정량지표(재라우팅 실지연·추정오차·전달률·오탐률)는 부품 도착 후 실측하여 이 자리에 삽입.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🟡 실측 자리 확보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  |  활용성 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쓰고, 어떻게 배포하나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전선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8251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  |  활용성 · 발전 가능성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저가 소모형의 경제 논리와 확장성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개당 수천 원 → 불 속에 들어가는 역할엔 내구성을 '살' 수 없으니 저가 소모형이 유일하게 합리적.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16노드 실물 ≈ 45만 원.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286000"/>
            <a:ext cx="50200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  |  팀 구성·역량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개발자로 전 영역을 단계적으로 수행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5148072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~완료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 시뮬·도착시각 추정·스트레스·괴리 정량화(#2c)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완료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후 ~1주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플래시·메시/임종신호 실제 RF 검증·통합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예정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데모·측정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 트리거 데모 · 재라우팅/추정오차/전달률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🟡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문서·영상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~제출(9/4)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보고서 PPT 완성 · 시연영상 · GitHub Public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49884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493776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조립·데모) · 문서/발표(보고서·영상)를 단독으로 단계적 수행. 시뮬 선개발로 리스크를 앞당겨 해소하고, measure-first로 범위를 통제 — 1인 개발의 범위 관리·완결 역량을 보인다.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03027" y="6464808"/>
            <a:ext cx="-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47045" y="6501384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647045" y="6501384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82503" y="6451092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44809" y="6492240"/>
            <a:ext cx="-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642473" y="6697980"/>
            <a:ext cx="23545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2026-07-30T11:44:58Z</dcterms:created>
  <dcterms:modified xsi:type="dcterms:W3CDTF">2026-07-30T11:44:58Z</dcterms:modified>
</cp:coreProperties>
</file>