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76" r:id="rId27"/>
    <p:sldId id="270" r:id="rId16"/>
    <p:sldId id="271" r:id="rId17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7665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11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시연영상 링크는 제출본에 삽입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화선의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위치·방향·속도. 위성은 광역 개요만, 드론은 상공·간헐적이라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8328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681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2681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681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92369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76722" y="1737360"/>
            <a:ext cx="3045134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76722" y="1952244"/>
            <a:ext cx="304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76722" y="2281428"/>
            <a:ext cx="3045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90469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9332" y="3310128"/>
            <a:ext cx="5029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9332" y="3749040"/>
            <a:ext cx="50752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4738" y="3886200"/>
            <a:ext cx="515827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9069" y="3108960"/>
            <a:ext cx="548124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9761" y="3310128"/>
            <a:ext cx="501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89761" y="3749040"/>
            <a:ext cx="50752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9761" y="3886200"/>
            <a:ext cx="50198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73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57600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44752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3429000" cy="2487168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4505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76148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898648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249424"/>
            <a:ext cx="3429000" cy="2487168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4505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608576" y="276148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2898648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249424"/>
            <a:ext cx="3429000" cy="2487168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4505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439912" y="276148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2898648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287268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287268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4809744"/>
            <a:ext cx="1109167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491947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35838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5" name="Rectangle 44"/>
          <p:cNvSpPr/>
          <p:nvPr/>
        </p:nvSpPr>
        <p:spPr>
          <a:xfrm>
            <a:off x="608076" y="1463040"/>
            <a:ext cx="41148" cy="603504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58784" y="4882896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없이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8028431" y="2386584"/>
            <a:ext cx="3785615" cy="1874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55117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227832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87705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30175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53912" y="2029968"/>
            <a:ext cx="5477256" cy="30175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706624"/>
            <a:ext cx="5020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자가치유가 관측을 잇고, 임종신호가 죽은 시각을 확정한다 — 죽는 노드가 살아있는 정보가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메시는 노드들을 나무처럼 잇는다. 게이트웨이가 뿌리고, 각 노드는 부모를 통해 올라간다.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 중간의 노드가 죽으면 그 아래 노드들은 올라갈 길을 한꺼번에 잃는다.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706624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게이트웨이까지 열한 대가 매달려 있던 중계 노드 한 대의 전원을 뽑았다.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 순간 게이트웨이가 보던 노드 수가 15 → 3 으로 무너졌다.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15.9초 뒤 14 로 회복됐다. 아홉 대가 다른 부모를 찾아 붙었고, 게이트웨이 바로 아래 노드까지 교체됐다.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재부팅·브라운아웃·파싱 실패 0건. 다시 켜서 복구된 것이 아니다.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추정기가 두 번 틀렸고, 두 번 다 원인은 알고리즘이 아니었다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모르는데 아무 값이나 내면 대원이 화선 쪽으로 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두 가지를 고쳤다 — 틀린 답을 내던 것과, 답을 못 내던 것.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440680" cy="2788920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틀린 답 — 82° → 0.03°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77240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706624"/>
            <a:ext cx="51389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타원 화선 측면에서 방향 오차가 82~86° 였다. 90°가 무작위 추측의 한계다.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곡률·채점·표본을 차례로 의심해 전부 측정으로 기각한 뒤 집계에 닿았다.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노드가 가중치의 86.4%를 독식했고 그 노드의 오차가 85.21°, 나머지 노드의 오차 중앙값은 1.35°였다.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가중치를 거꾸로 주고 있었다 — 불확실한 노드일수록 크게. 오차 전파식에서 다시 유도해 w = 1/|∇T| 를 w = |∇T|² 로 바로잡았다.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파라미터를 유리하게 조정한 것이 아니다. 식에서 나온 값이다.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2029968"/>
            <a:ext cx="5477256" cy="2788920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못 내던 답 — 정보 부족인가, 우리 상수인가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382512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706624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실물로 옮기자 16노드가 전부 값을 내지 못했다. 기능이 작동한 것인지, 우리가 정한 값이 틀린 것인지 갈라야 했다.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 노드가 자기 하나만 보고 계산한다.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넓히니 산출 성공이 2 → 12 → 15 → 16 으로 올랐다. 상수가 좁았던 것이다.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값을 새로 고르는 대신 구조를 바꿨다 — 창 = 통신반경 ÷ 화선속도. 본편 런에서 이 식이 622.3초를 내놓았고, 증거가 확보된 15건의 죽음에서 방향 오차 2.85도를 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9834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알고리즘이 아니라 우리가 정한 값이 원인이었고, 두 번 다 식에서 다시 유도해 고쳤다.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센서 열관성 τ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608576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센서는 공기가 뜨거워진 순간을 바로 느끼지 못하고 조금 늦게 반응한다. 이 지연이 그대로 「죽은 시각」의 오차가 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시뮬에서 시험한 범위는 0~10초였는데, 실물에서 재보니 11~92초였다. 검증했다고 믿은 범위 밖에 실제가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그러나 우리는 죽은 시각의 절대값이 아니라 노드 사이의 시간 차이로 방향을 구한다. 모든 시계가 똑같이 늦으면, 시계 사이의 차이는 그대로다 — 수식으로 증명했다.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439912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실측으로,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82512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7240" y="50292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