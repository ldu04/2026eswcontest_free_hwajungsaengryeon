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148322" y="1512189"/>
            <a:ext cx="749808" cy="36576"/>
          </a:xfrm>
          <a:prstGeom prst="line">
            <a:avLst/>
          </a:prstGeom>
          <a:noFill/>
          <a:ln w="9525">
            <a:solidFill>
              <a:srgbClr val="E2DCD0"/>
            </a:solidFill>
            <a:prstDash val="solid"/>
          </a:ln>
        </p:spPr>
        <p:txBody>
          <a:bodyPr/>
          <a:p/>
        </p:txBody>
      </p:sp>
      <p:sp>
        <p:nvSpPr>
          <p:cNvPr id="3" name="Shape 1"/>
          <p:cNvSpPr/>
          <p:nvPr/>
        </p:nvSpPr>
        <p:spPr>
          <a:xfrm>
            <a:off x="7148322" y="1512189"/>
            <a:ext cx="-13716" cy="756666"/>
          </a:xfrm>
          <a:prstGeom prst="line">
            <a:avLst/>
          </a:prstGeom>
          <a:noFill/>
          <a:ln w="9525">
            <a:solidFill>
              <a:srgbClr val="E2DCD0"/>
            </a:solidFill>
            <a:prstDash val="solid"/>
          </a:ln>
        </p:spPr>
        <p:txBody>
          <a:bodyPr/>
          <a:p/>
        </p:txBody>
      </p:sp>
      <p:sp>
        <p:nvSpPr>
          <p:cNvPr id="4" name="Shape 2"/>
          <p:cNvSpPr/>
          <p:nvPr/>
        </p:nvSpPr>
        <p:spPr>
          <a:xfrm>
            <a:off x="7898130" y="1548765"/>
            <a:ext cx="841248" cy="-50292"/>
          </a:xfrm>
          <a:prstGeom prst="line">
            <a:avLst/>
          </a:prstGeom>
          <a:noFill/>
          <a:ln w="9525">
            <a:solidFill>
              <a:srgbClr val="E2DCD0"/>
            </a:solidFill>
            <a:prstDash val="solid"/>
          </a:ln>
        </p:spPr>
        <p:txBody>
          <a:bodyPr/>
          <a:p/>
        </p:txBody>
      </p:sp>
      <p:sp>
        <p:nvSpPr>
          <p:cNvPr id="5" name="Shape 3"/>
          <p:cNvSpPr/>
          <p:nvPr/>
        </p:nvSpPr>
        <p:spPr>
          <a:xfrm>
            <a:off x="7898130" y="1548765"/>
            <a:ext cx="4572" cy="761238"/>
          </a:xfrm>
          <a:prstGeom prst="line">
            <a:avLst/>
          </a:prstGeom>
          <a:noFill/>
          <a:ln w="9525">
            <a:solidFill>
              <a:srgbClr val="E2DCD0"/>
            </a:solidFill>
            <a:prstDash val="solid"/>
          </a:ln>
        </p:spPr>
        <p:txBody>
          <a:bodyPr/>
          <a:p/>
        </p:txBody>
      </p:sp>
      <p:sp>
        <p:nvSpPr>
          <p:cNvPr id="6" name="Shape 4"/>
          <p:cNvSpPr/>
          <p:nvPr/>
        </p:nvSpPr>
        <p:spPr>
          <a:xfrm>
            <a:off x="8739378" y="1498473"/>
            <a:ext cx="768096" cy="41148"/>
          </a:xfrm>
          <a:prstGeom prst="line">
            <a:avLst/>
          </a:prstGeom>
          <a:noFill/>
          <a:ln w="9525">
            <a:solidFill>
              <a:srgbClr val="E2DCD0"/>
            </a:solidFill>
            <a:prstDash val="solid"/>
          </a:ln>
        </p:spPr>
        <p:txBody>
          <a:bodyPr/>
          <a:p/>
        </p:txBody>
      </p:sp>
      <p:sp>
        <p:nvSpPr>
          <p:cNvPr id="7" name="Shape 5"/>
          <p:cNvSpPr/>
          <p:nvPr/>
        </p:nvSpPr>
        <p:spPr>
          <a:xfrm>
            <a:off x="8739378" y="1498473"/>
            <a:ext cx="9144" cy="779526"/>
          </a:xfrm>
          <a:prstGeom prst="line">
            <a:avLst/>
          </a:prstGeom>
          <a:noFill/>
          <a:ln w="9525">
            <a:solidFill>
              <a:srgbClr val="E2DCD0"/>
            </a:solidFill>
            <a:prstDash val="solid"/>
          </a:ln>
        </p:spPr>
        <p:txBody>
          <a:bodyPr/>
          <a:p/>
        </p:txBody>
      </p:sp>
      <p:sp>
        <p:nvSpPr>
          <p:cNvPr id="8" name="Shape 6"/>
          <p:cNvSpPr/>
          <p:nvPr/>
        </p:nvSpPr>
        <p:spPr>
          <a:xfrm>
            <a:off x="9507474" y="1539621"/>
            <a:ext cx="836676" cy="-32004"/>
          </a:xfrm>
          <a:prstGeom prst="line">
            <a:avLst/>
          </a:prstGeom>
          <a:noFill/>
          <a:ln w="9525">
            <a:solidFill>
              <a:srgbClr val="E2DCD0"/>
            </a:solidFill>
            <a:prstDash val="solid"/>
          </a:ln>
        </p:spPr>
        <p:txBody>
          <a:bodyPr/>
          <a:p/>
        </p:txBody>
      </p:sp>
      <p:sp>
        <p:nvSpPr>
          <p:cNvPr id="9" name="Shape 7"/>
          <p:cNvSpPr/>
          <p:nvPr/>
        </p:nvSpPr>
        <p:spPr>
          <a:xfrm>
            <a:off x="9507474" y="1539621"/>
            <a:ext cx="-9144" cy="774954"/>
          </a:xfrm>
          <a:prstGeom prst="line">
            <a:avLst/>
          </a:prstGeom>
          <a:noFill/>
          <a:ln w="9525">
            <a:solidFill>
              <a:srgbClr val="E2DCD0"/>
            </a:solidFill>
            <a:prstDash val="solid"/>
          </a:ln>
        </p:spPr>
        <p:txBody>
          <a:bodyPr/>
          <a:p/>
        </p:txBody>
      </p:sp>
      <p:sp>
        <p:nvSpPr>
          <p:cNvPr id="10" name="Shape 8"/>
          <p:cNvSpPr/>
          <p:nvPr/>
        </p:nvSpPr>
        <p:spPr>
          <a:xfrm>
            <a:off x="10344150" y="1507617"/>
            <a:ext cx="749808" cy="45720"/>
          </a:xfrm>
          <a:prstGeom prst="line">
            <a:avLst/>
          </a:prstGeom>
          <a:noFill/>
          <a:ln w="9525">
            <a:solidFill>
              <a:srgbClr val="E2DCD0"/>
            </a:solidFill>
            <a:prstDash val="solid"/>
          </a:ln>
        </p:spPr>
        <p:txBody>
          <a:bodyPr/>
          <a:p/>
        </p:txBody>
      </p:sp>
      <p:sp>
        <p:nvSpPr>
          <p:cNvPr id="11" name="Shape 9"/>
          <p:cNvSpPr/>
          <p:nvPr/>
        </p:nvSpPr>
        <p:spPr>
          <a:xfrm>
            <a:off x="10344150" y="1507617"/>
            <a:ext cx="-4572" cy="756666"/>
          </a:xfrm>
          <a:prstGeom prst="line">
            <a:avLst/>
          </a:prstGeom>
          <a:noFill/>
          <a:ln w="9525">
            <a:solidFill>
              <a:srgbClr val="E2DCD0"/>
            </a:solidFill>
            <a:prstDash val="solid"/>
          </a:ln>
        </p:spPr>
        <p:txBody>
          <a:bodyPr/>
          <a:p/>
        </p:txBody>
      </p:sp>
      <p:sp>
        <p:nvSpPr>
          <p:cNvPr id="12" name="Shape 10"/>
          <p:cNvSpPr/>
          <p:nvPr/>
        </p:nvSpPr>
        <p:spPr>
          <a:xfrm>
            <a:off x="11093958" y="1553337"/>
            <a:ext cx="13716" cy="752094"/>
          </a:xfrm>
          <a:prstGeom prst="line">
            <a:avLst/>
          </a:prstGeom>
          <a:noFill/>
          <a:ln w="9525">
            <a:solidFill>
              <a:srgbClr val="E2DCD0"/>
            </a:solidFill>
            <a:prstDash val="solid"/>
          </a:ln>
        </p:spPr>
        <p:txBody>
          <a:bodyPr/>
          <a:p/>
        </p:txBody>
      </p:sp>
      <p:sp>
        <p:nvSpPr>
          <p:cNvPr id="13" name="Shape 11"/>
          <p:cNvSpPr/>
          <p:nvPr/>
        </p:nvSpPr>
        <p:spPr>
          <a:xfrm>
            <a:off x="7134606" y="2268855"/>
            <a:ext cx="768096" cy="41148"/>
          </a:xfrm>
          <a:prstGeom prst="line">
            <a:avLst/>
          </a:prstGeom>
          <a:noFill/>
          <a:ln w="9525">
            <a:solidFill>
              <a:srgbClr val="E2DCD0"/>
            </a:solidFill>
            <a:prstDash val="solid"/>
          </a:ln>
        </p:spPr>
        <p:txBody>
          <a:bodyPr/>
          <a:p/>
        </p:txBody>
      </p:sp>
      <p:sp>
        <p:nvSpPr>
          <p:cNvPr id="14" name="Shape 12"/>
          <p:cNvSpPr/>
          <p:nvPr/>
        </p:nvSpPr>
        <p:spPr>
          <a:xfrm>
            <a:off x="7134606" y="2268855"/>
            <a:ext cx="9144" cy="770382"/>
          </a:xfrm>
          <a:prstGeom prst="line">
            <a:avLst/>
          </a:prstGeom>
          <a:noFill/>
          <a:ln w="9525">
            <a:solidFill>
              <a:srgbClr val="E2DCD0"/>
            </a:solidFill>
            <a:prstDash val="solid"/>
          </a:ln>
        </p:spPr>
        <p:txBody>
          <a:bodyPr/>
          <a:p/>
        </p:txBody>
      </p:sp>
      <p:sp>
        <p:nvSpPr>
          <p:cNvPr id="15" name="Shape 13"/>
          <p:cNvSpPr/>
          <p:nvPr/>
        </p:nvSpPr>
        <p:spPr>
          <a:xfrm>
            <a:off x="7902702" y="2310003"/>
            <a:ext cx="845820" cy="-32004"/>
          </a:xfrm>
          <a:prstGeom prst="line">
            <a:avLst/>
          </a:prstGeom>
          <a:noFill/>
          <a:ln w="9525">
            <a:solidFill>
              <a:srgbClr val="E2DCD0"/>
            </a:solidFill>
            <a:prstDash val="solid"/>
          </a:ln>
        </p:spPr>
        <p:txBody>
          <a:bodyPr/>
          <a:p/>
        </p:txBody>
      </p:sp>
      <p:sp>
        <p:nvSpPr>
          <p:cNvPr id="16" name="Shape 14"/>
          <p:cNvSpPr/>
          <p:nvPr/>
        </p:nvSpPr>
        <p:spPr>
          <a:xfrm>
            <a:off x="7902702" y="2310003"/>
            <a:ext cx="-9144" cy="774954"/>
          </a:xfrm>
          <a:prstGeom prst="line">
            <a:avLst/>
          </a:prstGeom>
          <a:noFill/>
          <a:ln w="9525">
            <a:solidFill>
              <a:srgbClr val="E2DCD0"/>
            </a:solidFill>
            <a:prstDash val="solid"/>
          </a:ln>
        </p:spPr>
        <p:txBody>
          <a:bodyPr/>
          <a:p/>
        </p:txBody>
      </p:sp>
      <p:sp>
        <p:nvSpPr>
          <p:cNvPr id="17" name="Shape 15"/>
          <p:cNvSpPr/>
          <p:nvPr/>
        </p:nvSpPr>
        <p:spPr>
          <a:xfrm>
            <a:off x="8748522" y="2277999"/>
            <a:ext cx="749808" cy="36576"/>
          </a:xfrm>
          <a:prstGeom prst="line">
            <a:avLst/>
          </a:prstGeom>
          <a:noFill/>
          <a:ln w="9525">
            <a:solidFill>
              <a:srgbClr val="E2DCD0"/>
            </a:solidFill>
            <a:prstDash val="solid"/>
          </a:ln>
        </p:spPr>
        <p:txBody>
          <a:bodyPr/>
          <a:p/>
        </p:txBody>
      </p:sp>
      <p:sp>
        <p:nvSpPr>
          <p:cNvPr id="18" name="Shape 16"/>
          <p:cNvSpPr/>
          <p:nvPr/>
        </p:nvSpPr>
        <p:spPr>
          <a:xfrm>
            <a:off x="8748522" y="2277999"/>
            <a:ext cx="-13716" cy="756666"/>
          </a:xfrm>
          <a:prstGeom prst="line">
            <a:avLst/>
          </a:prstGeom>
          <a:noFill/>
          <a:ln w="9525">
            <a:solidFill>
              <a:srgbClr val="E2DCD0"/>
            </a:solidFill>
            <a:prstDash val="solid"/>
          </a:ln>
        </p:spPr>
        <p:txBody>
          <a:bodyPr/>
          <a:p/>
        </p:txBody>
      </p:sp>
      <p:sp>
        <p:nvSpPr>
          <p:cNvPr id="19" name="Shape 17"/>
          <p:cNvSpPr/>
          <p:nvPr/>
        </p:nvSpPr>
        <p:spPr>
          <a:xfrm>
            <a:off x="9498330" y="2314575"/>
            <a:ext cx="841248" cy="-50292"/>
          </a:xfrm>
          <a:prstGeom prst="line">
            <a:avLst/>
          </a:prstGeom>
          <a:noFill/>
          <a:ln w="9525">
            <a:solidFill>
              <a:srgbClr val="E2DCD0"/>
            </a:solidFill>
            <a:prstDash val="solid"/>
          </a:ln>
        </p:spPr>
        <p:txBody>
          <a:bodyPr/>
          <a:p/>
        </p:txBody>
      </p:sp>
      <p:sp>
        <p:nvSpPr>
          <p:cNvPr id="20" name="Shape 18"/>
          <p:cNvSpPr/>
          <p:nvPr/>
        </p:nvSpPr>
        <p:spPr>
          <a:xfrm>
            <a:off x="9498330" y="2314575"/>
            <a:ext cx="4572" cy="761238"/>
          </a:xfrm>
          <a:prstGeom prst="line">
            <a:avLst/>
          </a:prstGeom>
          <a:noFill/>
          <a:ln w="9525">
            <a:solidFill>
              <a:srgbClr val="E2DCD0"/>
            </a:solidFill>
            <a:prstDash val="solid"/>
          </a:ln>
        </p:spPr>
        <p:txBody>
          <a:bodyPr/>
          <a:p/>
        </p:txBody>
      </p:sp>
      <p:sp>
        <p:nvSpPr>
          <p:cNvPr id="21" name="Shape 19"/>
          <p:cNvSpPr/>
          <p:nvPr/>
        </p:nvSpPr>
        <p:spPr>
          <a:xfrm>
            <a:off x="10339578" y="2264283"/>
            <a:ext cx="768096" cy="41148"/>
          </a:xfrm>
          <a:prstGeom prst="line">
            <a:avLst/>
          </a:prstGeom>
          <a:noFill/>
          <a:ln w="9525">
            <a:solidFill>
              <a:srgbClr val="E2DCD0"/>
            </a:solidFill>
            <a:prstDash val="solid"/>
          </a:ln>
        </p:spPr>
        <p:txBody>
          <a:bodyPr/>
          <a:p/>
        </p:txBody>
      </p:sp>
      <p:sp>
        <p:nvSpPr>
          <p:cNvPr id="22" name="Shape 20"/>
          <p:cNvSpPr/>
          <p:nvPr/>
        </p:nvSpPr>
        <p:spPr>
          <a:xfrm>
            <a:off x="10339578" y="2264283"/>
            <a:ext cx="9144" cy="779526"/>
          </a:xfrm>
          <a:prstGeom prst="line">
            <a:avLst/>
          </a:prstGeom>
          <a:noFill/>
          <a:ln w="9525">
            <a:solidFill>
              <a:srgbClr val="E2DCD0"/>
            </a:solidFill>
            <a:prstDash val="solid"/>
          </a:ln>
        </p:spPr>
        <p:txBody>
          <a:bodyPr/>
          <a:p/>
        </p:txBody>
      </p:sp>
      <p:sp>
        <p:nvSpPr>
          <p:cNvPr id="23" name="Shape 21"/>
          <p:cNvSpPr/>
          <p:nvPr/>
        </p:nvSpPr>
        <p:spPr>
          <a:xfrm>
            <a:off x="11107674" y="2305431"/>
            <a:ext cx="-9144" cy="774954"/>
          </a:xfrm>
          <a:prstGeom prst="line">
            <a:avLst/>
          </a:prstGeom>
          <a:noFill/>
          <a:ln w="9525">
            <a:solidFill>
              <a:srgbClr val="E2DCD0"/>
            </a:solidFill>
            <a:prstDash val="solid"/>
          </a:ln>
        </p:spPr>
        <p:txBody>
          <a:bodyPr/>
          <a:p/>
        </p:txBody>
      </p:sp>
      <p:sp>
        <p:nvSpPr>
          <p:cNvPr id="24" name="Shape 22"/>
          <p:cNvSpPr/>
          <p:nvPr/>
        </p:nvSpPr>
        <p:spPr>
          <a:xfrm>
            <a:off x="7143750" y="3039237"/>
            <a:ext cx="749808" cy="45720"/>
          </a:xfrm>
          <a:prstGeom prst="line">
            <a:avLst/>
          </a:prstGeom>
          <a:noFill/>
          <a:ln w="9525">
            <a:solidFill>
              <a:srgbClr val="E2DCD0"/>
            </a:solidFill>
            <a:prstDash val="solid"/>
          </a:ln>
        </p:spPr>
        <p:txBody>
          <a:bodyPr/>
          <a:p/>
        </p:txBody>
      </p:sp>
      <p:sp>
        <p:nvSpPr>
          <p:cNvPr id="25" name="Shape 23"/>
          <p:cNvSpPr/>
          <p:nvPr/>
        </p:nvSpPr>
        <p:spPr>
          <a:xfrm>
            <a:off x="7143750" y="3039237"/>
            <a:ext cx="-4572" cy="756666"/>
          </a:xfrm>
          <a:prstGeom prst="line">
            <a:avLst/>
          </a:prstGeom>
          <a:noFill/>
          <a:ln w="9525">
            <a:solidFill>
              <a:srgbClr val="E2DCD0"/>
            </a:solidFill>
            <a:prstDash val="solid"/>
          </a:ln>
        </p:spPr>
        <p:txBody>
          <a:bodyPr/>
          <a:p/>
        </p:txBody>
      </p:sp>
      <p:sp>
        <p:nvSpPr>
          <p:cNvPr id="26" name="Shape 24"/>
          <p:cNvSpPr/>
          <p:nvPr/>
        </p:nvSpPr>
        <p:spPr>
          <a:xfrm>
            <a:off x="7893558" y="3084957"/>
            <a:ext cx="841248" cy="-50292"/>
          </a:xfrm>
          <a:prstGeom prst="line">
            <a:avLst/>
          </a:prstGeom>
          <a:noFill/>
          <a:ln w="9525">
            <a:solidFill>
              <a:srgbClr val="E2DCD0"/>
            </a:solidFill>
            <a:prstDash val="solid"/>
          </a:ln>
        </p:spPr>
        <p:txBody>
          <a:bodyPr/>
          <a:p/>
        </p:txBody>
      </p:sp>
      <p:sp>
        <p:nvSpPr>
          <p:cNvPr id="27" name="Shape 25"/>
          <p:cNvSpPr/>
          <p:nvPr/>
        </p:nvSpPr>
        <p:spPr>
          <a:xfrm>
            <a:off x="7893558" y="3084957"/>
            <a:ext cx="13716" cy="752094"/>
          </a:xfrm>
          <a:prstGeom prst="line">
            <a:avLst/>
          </a:prstGeom>
          <a:noFill/>
          <a:ln w="9525">
            <a:solidFill>
              <a:srgbClr val="E2DCD0"/>
            </a:solidFill>
            <a:prstDash val="solid"/>
          </a:ln>
        </p:spPr>
        <p:txBody>
          <a:bodyPr/>
          <a:p/>
        </p:txBody>
      </p:sp>
      <p:sp>
        <p:nvSpPr>
          <p:cNvPr id="28" name="Shape 26"/>
          <p:cNvSpPr/>
          <p:nvPr/>
        </p:nvSpPr>
        <p:spPr>
          <a:xfrm>
            <a:off x="8734806" y="3034665"/>
            <a:ext cx="768096" cy="41148"/>
          </a:xfrm>
          <a:prstGeom prst="line">
            <a:avLst/>
          </a:prstGeom>
          <a:noFill/>
          <a:ln w="9525">
            <a:solidFill>
              <a:srgbClr val="E2DCD0"/>
            </a:solidFill>
            <a:prstDash val="solid"/>
          </a:ln>
        </p:spPr>
        <p:txBody>
          <a:bodyPr/>
          <a:p/>
        </p:txBody>
      </p:sp>
      <p:sp>
        <p:nvSpPr>
          <p:cNvPr id="29" name="Shape 27"/>
          <p:cNvSpPr/>
          <p:nvPr/>
        </p:nvSpPr>
        <p:spPr>
          <a:xfrm>
            <a:off x="8734806" y="3034665"/>
            <a:ext cx="9144" cy="770382"/>
          </a:xfrm>
          <a:prstGeom prst="line">
            <a:avLst/>
          </a:prstGeom>
          <a:noFill/>
          <a:ln w="9525">
            <a:solidFill>
              <a:srgbClr val="E2DCD0"/>
            </a:solidFill>
            <a:prstDash val="solid"/>
          </a:ln>
        </p:spPr>
        <p:txBody>
          <a:bodyPr/>
          <a:p/>
        </p:txBody>
      </p:sp>
      <p:sp>
        <p:nvSpPr>
          <p:cNvPr id="30" name="Shape 28"/>
          <p:cNvSpPr/>
          <p:nvPr/>
        </p:nvSpPr>
        <p:spPr>
          <a:xfrm>
            <a:off x="9502902" y="3075813"/>
            <a:ext cx="845820" cy="-32004"/>
          </a:xfrm>
          <a:prstGeom prst="line">
            <a:avLst/>
          </a:prstGeom>
          <a:noFill/>
          <a:ln w="9525">
            <a:solidFill>
              <a:srgbClr val="E2DCD0"/>
            </a:solidFill>
            <a:prstDash val="solid"/>
          </a:ln>
        </p:spPr>
        <p:txBody>
          <a:bodyPr/>
          <a:p/>
        </p:txBody>
      </p:sp>
      <p:sp>
        <p:nvSpPr>
          <p:cNvPr id="31" name="Shape 29"/>
          <p:cNvSpPr/>
          <p:nvPr/>
        </p:nvSpPr>
        <p:spPr>
          <a:xfrm>
            <a:off x="9502902" y="3075813"/>
            <a:ext cx="-9144" cy="774954"/>
          </a:xfrm>
          <a:prstGeom prst="line">
            <a:avLst/>
          </a:prstGeom>
          <a:noFill/>
          <a:ln w="9525">
            <a:solidFill>
              <a:srgbClr val="E2DCD0"/>
            </a:solidFill>
            <a:prstDash val="solid"/>
          </a:ln>
        </p:spPr>
        <p:txBody>
          <a:bodyPr/>
          <a:p/>
        </p:txBody>
      </p:sp>
      <p:sp>
        <p:nvSpPr>
          <p:cNvPr id="32" name="Shape 30"/>
          <p:cNvSpPr/>
          <p:nvPr/>
        </p:nvSpPr>
        <p:spPr>
          <a:xfrm>
            <a:off x="10348722" y="3043809"/>
            <a:ext cx="749808" cy="36576"/>
          </a:xfrm>
          <a:prstGeom prst="line">
            <a:avLst/>
          </a:prstGeom>
          <a:noFill/>
          <a:ln w="9525">
            <a:solidFill>
              <a:srgbClr val="E2DCD0"/>
            </a:solidFill>
            <a:prstDash val="solid"/>
          </a:ln>
        </p:spPr>
        <p:txBody>
          <a:bodyPr/>
          <a:p/>
        </p:txBody>
      </p:sp>
      <p:sp>
        <p:nvSpPr>
          <p:cNvPr id="33" name="Shape 31"/>
          <p:cNvSpPr/>
          <p:nvPr/>
        </p:nvSpPr>
        <p:spPr>
          <a:xfrm>
            <a:off x="10348722" y="3043809"/>
            <a:ext cx="-13716" cy="756666"/>
          </a:xfrm>
          <a:prstGeom prst="line">
            <a:avLst/>
          </a:prstGeom>
          <a:noFill/>
          <a:ln w="9525">
            <a:solidFill>
              <a:srgbClr val="E2DCD0"/>
            </a:solidFill>
            <a:prstDash val="solid"/>
          </a:ln>
        </p:spPr>
        <p:txBody>
          <a:bodyPr/>
          <a:p/>
        </p:txBody>
      </p:sp>
      <p:sp>
        <p:nvSpPr>
          <p:cNvPr id="34" name="Shape 32"/>
          <p:cNvSpPr/>
          <p:nvPr/>
        </p:nvSpPr>
        <p:spPr>
          <a:xfrm>
            <a:off x="11098530" y="3080385"/>
            <a:ext cx="4572" cy="761238"/>
          </a:xfrm>
          <a:prstGeom prst="line">
            <a:avLst/>
          </a:prstGeom>
          <a:noFill/>
          <a:ln w="9525">
            <a:solidFill>
              <a:srgbClr val="E2DCD0"/>
            </a:solidFill>
            <a:prstDash val="solid"/>
          </a:ln>
        </p:spPr>
        <p:txBody>
          <a:bodyPr/>
          <a:p/>
        </p:txBody>
      </p:sp>
      <p:sp>
        <p:nvSpPr>
          <p:cNvPr id="35" name="Shape 33"/>
          <p:cNvSpPr/>
          <p:nvPr/>
        </p:nvSpPr>
        <p:spPr>
          <a:xfrm>
            <a:off x="7139178" y="3795903"/>
            <a:ext cx="768096" cy="41148"/>
          </a:xfrm>
          <a:prstGeom prst="line">
            <a:avLst/>
          </a:prstGeom>
          <a:noFill/>
          <a:ln w="9525">
            <a:solidFill>
              <a:srgbClr val="E2DCD0"/>
            </a:solidFill>
            <a:prstDash val="solid"/>
          </a:ln>
        </p:spPr>
        <p:txBody>
          <a:bodyPr/>
          <a:p/>
        </p:txBody>
      </p:sp>
      <p:sp>
        <p:nvSpPr>
          <p:cNvPr id="36" name="Shape 34"/>
          <p:cNvSpPr/>
          <p:nvPr/>
        </p:nvSpPr>
        <p:spPr>
          <a:xfrm>
            <a:off x="7907274" y="3837051"/>
            <a:ext cx="836676" cy="-32004"/>
          </a:xfrm>
          <a:prstGeom prst="line">
            <a:avLst/>
          </a:prstGeom>
          <a:noFill/>
          <a:ln w="9525">
            <a:solidFill>
              <a:srgbClr val="E2DCD0"/>
            </a:solidFill>
            <a:prstDash val="solid"/>
          </a:ln>
        </p:spPr>
        <p:txBody>
          <a:bodyPr/>
          <a:p/>
        </p:txBody>
      </p:sp>
      <p:sp>
        <p:nvSpPr>
          <p:cNvPr id="37" name="Shape 35"/>
          <p:cNvSpPr/>
          <p:nvPr/>
        </p:nvSpPr>
        <p:spPr>
          <a:xfrm>
            <a:off x="8743950" y="3805047"/>
            <a:ext cx="749808" cy="45720"/>
          </a:xfrm>
          <a:prstGeom prst="line">
            <a:avLst/>
          </a:prstGeom>
          <a:noFill/>
          <a:ln w="9525">
            <a:solidFill>
              <a:srgbClr val="E2DCD0"/>
            </a:solidFill>
            <a:prstDash val="solid"/>
          </a:ln>
        </p:spPr>
        <p:txBody>
          <a:bodyPr/>
          <a:p/>
        </p:txBody>
      </p:sp>
      <p:sp>
        <p:nvSpPr>
          <p:cNvPr id="38" name="Shape 36"/>
          <p:cNvSpPr/>
          <p:nvPr/>
        </p:nvSpPr>
        <p:spPr>
          <a:xfrm>
            <a:off x="9493758" y="3850767"/>
            <a:ext cx="841248" cy="-50292"/>
          </a:xfrm>
          <a:prstGeom prst="line">
            <a:avLst/>
          </a:prstGeom>
          <a:noFill/>
          <a:ln w="9525">
            <a:solidFill>
              <a:srgbClr val="E2DCD0"/>
            </a:solidFill>
            <a:prstDash val="solid"/>
          </a:ln>
        </p:spPr>
        <p:txBody>
          <a:bodyPr/>
          <a:p/>
        </p:txBody>
      </p:sp>
      <p:sp>
        <p:nvSpPr>
          <p:cNvPr id="39" name="Shape 37"/>
          <p:cNvSpPr/>
          <p:nvPr/>
        </p:nvSpPr>
        <p:spPr>
          <a:xfrm>
            <a:off x="10335006" y="3800475"/>
            <a:ext cx="768096" cy="41148"/>
          </a:xfrm>
          <a:prstGeom prst="line">
            <a:avLst/>
          </a:prstGeom>
          <a:noFill/>
          <a:ln w="9525">
            <a:solidFill>
              <a:srgbClr val="E2DCD0"/>
            </a:solidFill>
            <a:prstDash val="solid"/>
          </a:ln>
        </p:spPr>
        <p:txBody>
          <a:bodyPr/>
          <a:p/>
        </p:txBody>
      </p:sp>
      <p:sp>
        <p:nvSpPr>
          <p:cNvPr id="40" name="Shape 38"/>
          <p:cNvSpPr/>
          <p:nvPr/>
        </p:nvSpPr>
        <p:spPr>
          <a:xfrm>
            <a:off x="7070598"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7820406"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8661654"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9429750" y="1461897"/>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266426" y="1429893"/>
            <a:ext cx="155448" cy="155448"/>
          </a:xfrm>
          <a:prstGeom prst="ellipse">
            <a:avLst/>
          </a:prstGeom>
          <a:solidFill>
            <a:srgbClr val="2C5F2D"/>
          </a:solidFill>
          <a:ln w="15875">
            <a:solidFill>
              <a:srgbClr val="FBF9F4"/>
            </a:solidFill>
            <a:prstDash val="solid"/>
          </a:ln>
        </p:spPr>
        <p:txBody>
          <a:bodyPr/>
          <a:p/>
        </p:txBody>
      </p:sp>
      <p:sp>
        <p:nvSpPr>
          <p:cNvPr id="45" name="Shape 43"/>
          <p:cNvSpPr/>
          <p:nvPr/>
        </p:nvSpPr>
        <p:spPr>
          <a:xfrm>
            <a:off x="11016234" y="1475613"/>
            <a:ext cx="155448" cy="155448"/>
          </a:xfrm>
          <a:prstGeom prst="ellipse">
            <a:avLst/>
          </a:prstGeom>
          <a:solidFill>
            <a:srgbClr val="2C5F2D"/>
          </a:solidFill>
          <a:ln w="15875">
            <a:solidFill>
              <a:srgbClr val="FBF9F4"/>
            </a:solidFill>
            <a:prstDash val="solid"/>
          </a:ln>
        </p:spPr>
        <p:txBody>
          <a:bodyPr/>
          <a:p/>
        </p:txBody>
      </p:sp>
      <p:sp>
        <p:nvSpPr>
          <p:cNvPr id="46" name="Shape 44"/>
          <p:cNvSpPr/>
          <p:nvPr/>
        </p:nvSpPr>
        <p:spPr>
          <a:xfrm>
            <a:off x="7056882"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7824978"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8670798"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9420606" y="2236851"/>
            <a:ext cx="155448" cy="155448"/>
          </a:xfrm>
          <a:prstGeom prst="ellipse">
            <a:avLst/>
          </a:prstGeom>
          <a:solidFill>
            <a:srgbClr val="97BC62"/>
          </a:solidFill>
          <a:ln w="15875">
            <a:solidFill>
              <a:srgbClr val="FBF9F4"/>
            </a:solidFill>
            <a:prstDash val="solid"/>
          </a:ln>
        </p:spPr>
        <p:txBody>
          <a:bodyPr/>
          <a:p/>
        </p:txBody>
      </p:sp>
      <p:sp>
        <p:nvSpPr>
          <p:cNvPr id="50" name="Shape 48"/>
          <p:cNvSpPr/>
          <p:nvPr/>
        </p:nvSpPr>
        <p:spPr>
          <a:xfrm>
            <a:off x="10261854" y="2186559"/>
            <a:ext cx="155448" cy="155448"/>
          </a:xfrm>
          <a:prstGeom prst="ellipse">
            <a:avLst/>
          </a:prstGeom>
          <a:solidFill>
            <a:srgbClr val="2C5F2D"/>
          </a:solidFill>
          <a:ln w="15875">
            <a:solidFill>
              <a:srgbClr val="FBF9F4"/>
            </a:solidFill>
            <a:prstDash val="solid"/>
          </a:ln>
        </p:spPr>
        <p:txBody>
          <a:bodyPr/>
          <a:p/>
        </p:txBody>
      </p:sp>
      <p:sp>
        <p:nvSpPr>
          <p:cNvPr id="51" name="Shape 49"/>
          <p:cNvSpPr/>
          <p:nvPr/>
        </p:nvSpPr>
        <p:spPr>
          <a:xfrm>
            <a:off x="11029950" y="2227707"/>
            <a:ext cx="155448" cy="155448"/>
          </a:xfrm>
          <a:prstGeom prst="ellipse">
            <a:avLst/>
          </a:prstGeom>
          <a:solidFill>
            <a:srgbClr val="2C5F2D"/>
          </a:solidFill>
          <a:ln w="15875">
            <a:solidFill>
              <a:srgbClr val="FBF9F4"/>
            </a:solidFill>
            <a:prstDash val="solid"/>
          </a:ln>
        </p:spPr>
        <p:txBody>
          <a:bodyPr/>
          <a:p/>
        </p:txBody>
      </p:sp>
      <p:sp>
        <p:nvSpPr>
          <p:cNvPr id="52" name="Shape 50"/>
          <p:cNvSpPr/>
          <p:nvPr/>
        </p:nvSpPr>
        <p:spPr>
          <a:xfrm>
            <a:off x="7066026"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7815834"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8657082"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9425178" y="2998089"/>
            <a:ext cx="155448" cy="155448"/>
          </a:xfrm>
          <a:prstGeom prst="ellipse">
            <a:avLst/>
          </a:prstGeom>
          <a:solidFill>
            <a:srgbClr val="97BC62"/>
          </a:solidFill>
          <a:ln w="15875">
            <a:solidFill>
              <a:srgbClr val="FBF9F4"/>
            </a:solidFill>
            <a:prstDash val="solid"/>
          </a:ln>
        </p:spPr>
        <p:txBody>
          <a:bodyPr/>
          <a:p/>
        </p:txBody>
      </p:sp>
      <p:sp>
        <p:nvSpPr>
          <p:cNvPr id="56" name="Shape 54"/>
          <p:cNvSpPr/>
          <p:nvPr/>
        </p:nvSpPr>
        <p:spPr>
          <a:xfrm>
            <a:off x="10270998" y="2966085"/>
            <a:ext cx="155448" cy="155448"/>
          </a:xfrm>
          <a:prstGeom prst="ellipse">
            <a:avLst/>
          </a:prstGeom>
          <a:solidFill>
            <a:srgbClr val="2C5F2D"/>
          </a:solidFill>
          <a:ln w="15875">
            <a:solidFill>
              <a:srgbClr val="FBF9F4"/>
            </a:solidFill>
            <a:prstDash val="solid"/>
          </a:ln>
        </p:spPr>
        <p:txBody>
          <a:bodyPr/>
          <a:p/>
        </p:txBody>
      </p:sp>
      <p:sp>
        <p:nvSpPr>
          <p:cNvPr id="57" name="Shape 55"/>
          <p:cNvSpPr/>
          <p:nvPr/>
        </p:nvSpPr>
        <p:spPr>
          <a:xfrm>
            <a:off x="11020806" y="3002661"/>
            <a:ext cx="155448" cy="155448"/>
          </a:xfrm>
          <a:prstGeom prst="ellipse">
            <a:avLst/>
          </a:prstGeom>
          <a:solidFill>
            <a:srgbClr val="2C5F2D"/>
          </a:solidFill>
          <a:ln w="15875">
            <a:solidFill>
              <a:srgbClr val="FBF9F4"/>
            </a:solidFill>
            <a:prstDash val="solid"/>
          </a:ln>
        </p:spPr>
        <p:txBody>
          <a:bodyPr/>
          <a:p/>
        </p:txBody>
      </p:sp>
      <p:sp>
        <p:nvSpPr>
          <p:cNvPr id="58" name="Shape 56"/>
          <p:cNvSpPr/>
          <p:nvPr/>
        </p:nvSpPr>
        <p:spPr>
          <a:xfrm>
            <a:off x="7061454"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7829550"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8666226"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9416034" y="3773043"/>
            <a:ext cx="155448" cy="155448"/>
          </a:xfrm>
          <a:prstGeom prst="ellipse">
            <a:avLst/>
          </a:prstGeom>
          <a:solidFill>
            <a:srgbClr val="97BC62"/>
          </a:solidFill>
          <a:ln w="15875">
            <a:solidFill>
              <a:srgbClr val="FBF9F4"/>
            </a:solidFill>
            <a:prstDash val="solid"/>
          </a:ln>
        </p:spPr>
        <p:txBody>
          <a:bodyPr/>
          <a:p/>
        </p:txBody>
      </p:sp>
      <p:sp>
        <p:nvSpPr>
          <p:cNvPr id="62" name="Shape 60"/>
          <p:cNvSpPr/>
          <p:nvPr/>
        </p:nvSpPr>
        <p:spPr>
          <a:xfrm>
            <a:off x="10257282" y="3722751"/>
            <a:ext cx="155448" cy="155448"/>
          </a:xfrm>
          <a:prstGeom prst="ellipse">
            <a:avLst/>
          </a:prstGeom>
          <a:solidFill>
            <a:srgbClr val="2C5F2D"/>
          </a:solidFill>
          <a:ln w="15875">
            <a:solidFill>
              <a:srgbClr val="FBF9F4"/>
            </a:solidFill>
            <a:prstDash val="solid"/>
          </a:ln>
        </p:spPr>
        <p:txBody>
          <a:bodyPr/>
          <a:p/>
        </p:txBody>
      </p:sp>
      <p:sp>
        <p:nvSpPr>
          <p:cNvPr id="63" name="Shape 61"/>
          <p:cNvSpPr/>
          <p:nvPr/>
        </p:nvSpPr>
        <p:spPr>
          <a:xfrm>
            <a:off x="11025378" y="3763899"/>
            <a:ext cx="155448" cy="155448"/>
          </a:xfrm>
          <a:prstGeom prst="ellipse">
            <a:avLst/>
          </a:prstGeom>
          <a:solidFill>
            <a:srgbClr val="2C5F2D"/>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940003" y="3611880"/>
            <a:ext cx="2119579"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a:buNone/>
            </a:pPr>
            <a:r>
              <a:rPr lang="en-US" sz="1400" b="0" dirty="0">
                <a:solidFill>
                  <a:srgbClr val="2C5F2D"/>
                </a:solidFill>
                <a:latin typeface="맑은 고딕" pitchFamily="34" charset="0"/>
                <a:ea typeface="맑은 고딕" pitchFamily="34" charset="-122"/>
                <a:cs typeface="맑은 고딕" pitchFamily="34" charset="-120"/>
              </a:rPr>
              <a:t>팀 화중생련  火中生蓮</a:t>
            </a:r>
            <a:pPr indent="0" marL="0">
              <a:buNone/>
            </a:pP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  |  독창성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stock 메시는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a:off x="10503027" y="6464808"/>
            <a:ext cx="-4572" cy="187452"/>
          </a:xfrm>
          <a:prstGeom prst="line">
            <a:avLst/>
          </a:prstGeom>
          <a:noFill/>
          <a:ln w="9525">
            <a:solidFill>
              <a:srgbClr val="E2DCD0"/>
            </a:solidFill>
            <a:prstDash val="solid"/>
          </a:ln>
        </p:spPr>
        <p:txBody>
          <a:bodyPr/>
          <a:p/>
        </p:txBody>
      </p:sp>
      <p:sp>
        <p:nvSpPr>
          <p:cNvPr id="23" name="Shape 21"/>
          <p:cNvSpPr/>
          <p:nvPr/>
        </p:nvSpPr>
        <p:spPr>
          <a:xfrm>
            <a:off x="10647045" y="6501384"/>
            <a:ext cx="235458" cy="-50292"/>
          </a:xfrm>
          <a:prstGeom prst="line">
            <a:avLst/>
          </a:prstGeom>
          <a:noFill/>
          <a:ln w="9525">
            <a:solidFill>
              <a:srgbClr val="E2DCD0"/>
            </a:solidFill>
            <a:prstDash val="solid"/>
          </a:ln>
        </p:spPr>
        <p:txBody>
          <a:bodyPr/>
          <a:p/>
        </p:txBody>
      </p:sp>
      <p:sp>
        <p:nvSpPr>
          <p:cNvPr id="24" name="Shape 22"/>
          <p:cNvSpPr/>
          <p:nvPr/>
        </p:nvSpPr>
        <p:spPr>
          <a:xfrm>
            <a:off x="10647045"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a:off x="10882503" y="6451092"/>
            <a:ext cx="-4572" cy="196596"/>
          </a:xfrm>
          <a:prstGeom prst="line">
            <a:avLst/>
          </a:prstGeom>
          <a:noFill/>
          <a:ln w="9525">
            <a:solidFill>
              <a:srgbClr val="E2DCD0"/>
            </a:solidFill>
            <a:prstDash val="solid"/>
          </a:ln>
        </p:spPr>
        <p:txBody>
          <a:bodyPr/>
          <a:p/>
        </p:txBody>
      </p:sp>
      <p:sp>
        <p:nvSpPr>
          <p:cNvPr id="27" name="Shape 25"/>
          <p:cNvSpPr/>
          <p:nvPr/>
        </p:nvSpPr>
        <p:spPr>
          <a:xfrm>
            <a:off x="11044809"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a:off x="10642473" y="6697980"/>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  |  활용성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a:off x="10503027" y="6464808"/>
            <a:ext cx="-4572" cy="187452"/>
          </a:xfrm>
          <a:prstGeom prst="line">
            <a:avLst/>
          </a:prstGeom>
          <a:noFill/>
          <a:ln w="9525">
            <a:solidFill>
              <a:srgbClr val="E2DCD0"/>
            </a:solidFill>
            <a:prstDash val="solid"/>
          </a:ln>
        </p:spPr>
        <p:txBody>
          <a:bodyPr/>
          <a:p/>
        </p:txBody>
      </p:sp>
      <p:sp>
        <p:nvSpPr>
          <p:cNvPr id="20" name="Shape 18"/>
          <p:cNvSpPr/>
          <p:nvPr/>
        </p:nvSpPr>
        <p:spPr>
          <a:xfrm>
            <a:off x="10647045" y="6501384"/>
            <a:ext cx="235458" cy="-50292"/>
          </a:xfrm>
          <a:prstGeom prst="line">
            <a:avLst/>
          </a:prstGeom>
          <a:noFill/>
          <a:ln w="9525">
            <a:solidFill>
              <a:srgbClr val="E2DCD0"/>
            </a:solidFill>
            <a:prstDash val="solid"/>
          </a:ln>
        </p:spPr>
        <p:txBody>
          <a:bodyPr/>
          <a:p/>
        </p:txBody>
      </p:sp>
      <p:sp>
        <p:nvSpPr>
          <p:cNvPr id="21" name="Shape 19"/>
          <p:cNvSpPr/>
          <p:nvPr/>
        </p:nvSpPr>
        <p:spPr>
          <a:xfrm>
            <a:off x="10647045"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a:off x="10882503" y="6451092"/>
            <a:ext cx="-4572" cy="196596"/>
          </a:xfrm>
          <a:prstGeom prst="line">
            <a:avLst/>
          </a:prstGeom>
          <a:noFill/>
          <a:ln w="9525">
            <a:solidFill>
              <a:srgbClr val="E2DCD0"/>
            </a:solidFill>
            <a:prstDash val="solid"/>
          </a:ln>
        </p:spPr>
        <p:txBody>
          <a:bodyPr/>
          <a:p/>
        </p:txBody>
      </p:sp>
      <p:sp>
        <p:nvSpPr>
          <p:cNvPr id="24" name="Shape 22"/>
          <p:cNvSpPr/>
          <p:nvPr/>
        </p:nvSpPr>
        <p:spPr>
          <a:xfrm>
            <a:off x="11044809"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a:off x="10642473" y="6697980"/>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  |  독창성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68680" y="3886200"/>
            <a:ext cx="4983480"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a:buNone/>
            </a:pPr>
            <a:r>
              <a:rPr lang="en-US" sz="1250" b="1" i="1"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  |  기술성(임베디드SW 적용)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(생사·경보 시각화)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 USB 5V 급전 — 12분 연속 구동과 회차 간 재현성 확보</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 배터리 + 승압 모듈(MT3608)</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a:off x="10503027" y="6464808"/>
            <a:ext cx="-4572" cy="187452"/>
          </a:xfrm>
          <a:prstGeom prst="line">
            <a:avLst/>
          </a:prstGeom>
          <a:noFill/>
          <a:ln w="9525">
            <a:solidFill>
              <a:srgbClr val="E2DCD0"/>
            </a:solidFill>
            <a:prstDash val="solid"/>
          </a:ln>
        </p:spPr>
        <p:txBody>
          <a:bodyPr/>
          <a:p/>
        </p:txBody>
      </p:sp>
      <p:sp>
        <p:nvSpPr>
          <p:cNvPr id="17" name="Shape 15"/>
          <p:cNvSpPr/>
          <p:nvPr/>
        </p:nvSpPr>
        <p:spPr>
          <a:xfrm>
            <a:off x="10647045" y="6501384"/>
            <a:ext cx="235458" cy="-50292"/>
          </a:xfrm>
          <a:prstGeom prst="line">
            <a:avLst/>
          </a:prstGeom>
          <a:noFill/>
          <a:ln w="9525">
            <a:solidFill>
              <a:srgbClr val="E2DCD0"/>
            </a:solidFill>
            <a:prstDash val="solid"/>
          </a:ln>
        </p:spPr>
        <p:txBody>
          <a:bodyPr/>
          <a:p/>
        </p:txBody>
      </p:sp>
      <p:sp>
        <p:nvSpPr>
          <p:cNvPr id="18" name="Shape 16"/>
          <p:cNvSpPr/>
          <p:nvPr/>
        </p:nvSpPr>
        <p:spPr>
          <a:xfrm>
            <a:off x="10647045"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a:off x="10882503" y="6451092"/>
            <a:ext cx="-4572" cy="196596"/>
          </a:xfrm>
          <a:prstGeom prst="line">
            <a:avLst/>
          </a:prstGeom>
          <a:noFill/>
          <a:ln w="9525">
            <a:solidFill>
              <a:srgbClr val="E2DCD0"/>
            </a:solidFill>
            <a:prstDash val="solid"/>
          </a:ln>
        </p:spPr>
        <p:txBody>
          <a:bodyPr/>
          <a:p/>
        </p:txBody>
      </p:sp>
      <p:sp>
        <p:nvSpPr>
          <p:cNvPr id="21" name="Shape 19"/>
          <p:cNvSpPr/>
          <p:nvPr/>
        </p:nvSpPr>
        <p:spPr>
          <a:xfrm>
            <a:off x="11044809"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a:off x="10642473" y="6697980"/>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  |  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745736"/>
            <a:ext cx="9418320" cy="146304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20056"/>
            <a:ext cx="896112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458968"/>
            <a:ext cx="502920" cy="0"/>
          </a:xfrm>
          <a:prstGeom prst="line">
            <a:avLst/>
          </a:prstGeom>
          <a:noFill/>
          <a:ln w="25400">
            <a:solidFill>
              <a:srgbClr val="D35400"/>
            </a:solidFill>
            <a:prstDash val="solid"/>
          </a:ln>
        </p:spPr>
        <p:txBody>
          <a:bodyPr/>
          <a:p/>
        </p:txBody>
      </p:sp>
      <p:sp>
        <p:nvSpPr>
          <p:cNvPr id="24" name="Text 22"/>
          <p:cNvSpPr/>
          <p:nvPr/>
        </p:nvSpPr>
        <p:spPr>
          <a:xfrm>
            <a:off x="1600200" y="5596128"/>
            <a:ext cx="8961120" cy="45720"/>
          </a:xfrm>
          <a:prstGeom prst="rect">
            <a:avLst/>
          </a:prstGeom>
          <a:noFill/>
          <a:ln/>
        </p:spPr>
        <p:txBody>
          <a:bodyPr wrap="square" rtlCol="0" anchor="t"/>
          <a:lstStyle/>
          <a:p>
            <a:pPr indent="0" marL="0">
              <a:lnSpc>
                <a:spcPct val="110000"/>
              </a:lnSpc>
              <a:buNone/>
            </a:pPr>
            <a:r>
              <a:rPr lang="en-US" sz="105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네 개의 핵심 모듈</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stock 메시가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  |  기술성·완성도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487168"/>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창 안의 사망들을 모아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487168"/>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487168"/>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809744"/>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919472"/>
            <a:ext cx="585216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77240" y="5358384"/>
            <a:ext cx="10607040" cy="548640"/>
          </a:xfrm>
          <a:prstGeom prst="rect">
            <a:avLst/>
          </a:prstGeom>
          <a:noFill/>
          <a:ln/>
        </p:spPr>
        <p:txBody>
          <a:bodyPr wrap="square" rtlCol="0" anchor="ctr"/>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937760"/>
            <a:ext cx="4663440" cy="320040"/>
          </a:xfrm>
          <a:prstGeom prst="rect">
            <a:avLst/>
          </a:prstGeom>
          <a:noFill/>
          <a:ln/>
        </p:spPr>
        <p:txBody>
          <a:bodyPr wrap="square" rtlCol="0" anchor="ctr"/>
          <a:lstStyle/>
          <a:p>
            <a:pPr algn="r" indent="0" marL="0">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a:off x="10503027" y="6464808"/>
            <a:ext cx="-4572" cy="187452"/>
          </a:xfrm>
          <a:prstGeom prst="line">
            <a:avLst/>
          </a:prstGeom>
          <a:noFill/>
          <a:ln w="9525">
            <a:solidFill>
              <a:srgbClr val="E2DCD0"/>
            </a:solidFill>
            <a:prstDash val="solid"/>
          </a:ln>
        </p:spPr>
        <p:txBody>
          <a:bodyPr/>
          <a:p/>
        </p:txBody>
      </p:sp>
      <p:sp>
        <p:nvSpPr>
          <p:cNvPr id="28" name="Shape 26"/>
          <p:cNvSpPr/>
          <p:nvPr/>
        </p:nvSpPr>
        <p:spPr>
          <a:xfrm>
            <a:off x="10647045" y="6501384"/>
            <a:ext cx="235458" cy="-50292"/>
          </a:xfrm>
          <a:prstGeom prst="line">
            <a:avLst/>
          </a:prstGeom>
          <a:noFill/>
          <a:ln w="9525">
            <a:solidFill>
              <a:srgbClr val="E2DCD0"/>
            </a:solidFill>
            <a:prstDash val="solid"/>
          </a:ln>
        </p:spPr>
        <p:txBody>
          <a:bodyPr/>
          <a:p/>
        </p:txBody>
      </p:sp>
      <p:sp>
        <p:nvSpPr>
          <p:cNvPr id="29" name="Shape 27"/>
          <p:cNvSpPr/>
          <p:nvPr/>
        </p:nvSpPr>
        <p:spPr>
          <a:xfrm>
            <a:off x="10647045"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a:off x="10882503" y="6451092"/>
            <a:ext cx="-4572" cy="196596"/>
          </a:xfrm>
          <a:prstGeom prst="line">
            <a:avLst/>
          </a:prstGeom>
          <a:noFill/>
          <a:ln w="9525">
            <a:solidFill>
              <a:srgbClr val="E2DCD0"/>
            </a:solidFill>
            <a:prstDash val="solid"/>
          </a:ln>
        </p:spPr>
        <p:txBody>
          <a:bodyPr/>
          <a:p/>
        </p:txBody>
      </p:sp>
      <p:sp>
        <p:nvSpPr>
          <p:cNvPr id="32" name="Shape 30"/>
          <p:cNvSpPr/>
          <p:nvPr/>
        </p:nvSpPr>
        <p:spPr>
          <a:xfrm>
            <a:off x="11044809"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a:off x="10642473" y="6697980"/>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  |  독창성·기술성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608576"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stock 메시가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  |  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898648"/>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sink(id 0) 기준 역방향 BFS로 각 노드의 상행 경로를 구성.</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a:lnSpc>
                <a:spcPct val="120000"/>
              </a:lnSpc>
              <a:buNone/>
            </a:pPr>
            <a:endParaRPr lang="en-US" sz="1200" dirty="0"/>
          </a:p>
          <a:p>
            <a:pPr indent="0" marL="0">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4노드 메시 실측 (2026-08-30)</a:t>
            </a:r>
            <a:endParaRPr lang="en-US" sz="1200" dirty="0"/>
          </a:p>
          <a:p>
            <a:pPr indent="0" marL="0">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 이탈 → 데이터 전달 복구 26.0초 / 노드 재합류 3.0초</a:t>
            </a:r>
            <a:endParaRPr lang="en-US" sz="1200" dirty="0"/>
          </a:p>
          <a:p>
            <a:pPr indent="0" marL="0">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트리는 원래 형태로 되돌아가지 않고 다른 유효한 형태로 수렴했다.</a:t>
            </a:r>
            <a:endParaRPr lang="en-US" sz="1200" dirty="0"/>
          </a:p>
          <a:p>
            <a:pPr indent="0" marL="0">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075688"/>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a:buNone/>
            </a:pPr>
            <a:r>
              <a:rPr lang="en-US" sz="1300" b="1" i="1"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  |  기술성·완성도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코드 구성과 개발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과적합을 피한다.</a:t>
            </a:r>
            <a:endParaRPr lang="en-US" sz="1200" dirty="0"/>
          </a:p>
        </p:txBody>
      </p:sp>
      <p:sp>
        <p:nvSpPr>
          <p:cNvPr id="13" name="Text 11"/>
          <p:cNvSpPr/>
          <p:nvPr/>
        </p:nvSpPr>
        <p:spPr>
          <a:xfrm>
            <a:off x="548640" y="4892040"/>
            <a:ext cx="11064240" cy="68580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값을 정하기 전에 먼저 재고, 잰 값에서 파라미터를 유도한다.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  |  기술성(문제해결·공학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  |  문제해결 능력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914400"/>
        </p:xfrm>
        <a:graphic>
          <a:graphicData uri="http://schemas.openxmlformats.org/drawingml/2006/table">
            <a:tbl>
              <a:tblPr/>
              <a:tblGrid>
                <a:gridCol w="502920"/>
                <a:gridCol w="3520440"/>
                <a:gridCol w="3291840"/>
                <a:gridCol w="3776472"/>
              </a:tblGrid>
              <a:tr h="310896">
                <a:tc>
                  <a:txBody>
                    <a:bodyPr/>
                    <a:lstStyle/>
                    <a:p>
                      <a:pPr algn="l" indent="0" marL="0">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곡률 탓 — 화선이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13308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31596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488289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15721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13308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31596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488289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15721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13308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31596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488289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15721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632704"/>
            <a:ext cx="11091672" cy="731520"/>
          </a:xfrm>
          <a:prstGeom prst="rect">
            <a:avLst/>
          </a:prstGeom>
          <a:noFill/>
          <a:ln/>
        </p:spPr>
        <p:txBody>
          <a:bodyPr wrap="square" rtlCol="0" anchor="ctr"/>
          <a:lstStyle/>
          <a:p>
            <a:pPr indent="0" marL="0">
              <a:lnSpc>
                <a:spcPct val="115000"/>
              </a:lnSpc>
              <a:buNone/>
            </a:pPr>
            <a:r>
              <a:rPr lang="en-US" sz="1100" b="1" dirty="0">
                <a:solidFill>
                  <a:srgbClr val="D35400"/>
                </a:solidFill>
                <a:latin typeface="맑은 고딕" pitchFamily="34" charset="0"/>
                <a:ea typeface="맑은 고딕" pitchFamily="34" charset="-122"/>
                <a:cs typeface="맑은 고딕" pitchFamily="34" charset="-120"/>
              </a:rPr>
              <a:t>정답은 표본 안에 있었다 — 집계가 그것을 버리고 최악의 노드 하나를 골랐다. 가중치가 w = 1/|∇T| (불확실할수록 크게)로 부호가 반대였다. 오차 전파식에서 다시 유도해 w = |∇T|² 로 교정.</a:t>
            </a:r>
            <a:pPr indent="0" marL="0">
              <a:lnSpc>
                <a:spcPct val="115000"/>
              </a:lnSpc>
              <a:buNone/>
            </a:pPr>
            <a:endParaRPr lang="en-US" sz="1200" dirty="0"/>
          </a:p>
          <a:p>
            <a:pPr indent="0" marL="0">
              <a:lnSpc>
                <a:spcPct val="115000"/>
              </a:lnSpc>
              <a:buNone/>
            </a:pPr>
            <a:r>
              <a:rPr lang="en-US" sz="1100" b="1" dirty="0">
                <a:solidFill>
                  <a:srgbClr val="D35400"/>
                </a:solidFill>
                <a:latin typeface="맑은 고딕" pitchFamily="34" charset="0"/>
                <a:ea typeface="맑은 고딕" pitchFamily="34" charset="-122"/>
                <a:cs typeface="맑은 고딕" pitchFamily="34" charset="-120"/>
              </a:rPr>
              <a:t>82~86°는 시뮬 타원 화선의 측면 조건에서 창 8초·결함 가중치로 낸 전역 방향 오차다. 같은 추정을 20cm 실물 격자·창 327초에서 국소 법선 기준으로 재면 이웃이 8개인 내부 노드는 0.33~1.17°, 이웃이 3~5개인 가장자리·모서리는 0.96~33.20°다. 남은 오차는 알고리즘이 아니라 이웃 배치에서 온다.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  |  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1828800"/>
        </p:xfrm>
        <a:graphic>
          <a:graphicData uri="http://schemas.openxmlformats.org/drawingml/2006/table">
            <a:tbl>
              <a:tblPr/>
              <a:tblGrid>
                <a:gridCol w="3108960"/>
                <a:gridCol w="4023360"/>
                <a:gridCol w="3959352"/>
              </a:tblGrid>
              <a:tr h="292608">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표본 부족을 감지하지 못하고 값을 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집계 방식을 바꿔도 결과는 같다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38912">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표본 부족을 감지해 판정을 보류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3931920"/>
            <a:ext cx="5440680" cy="2075688"/>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61104"/>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700016"/>
            <a:ext cx="502920" cy="0"/>
          </a:xfrm>
          <a:prstGeom prst="line">
            <a:avLst/>
          </a:prstGeom>
          <a:noFill/>
          <a:ln w="25400">
            <a:solidFill>
              <a:srgbClr val="D35400"/>
            </a:solidFill>
            <a:prstDash val="solid"/>
          </a:ln>
        </p:spPr>
        <p:txBody>
          <a:bodyPr/>
          <a:p/>
        </p:txBody>
      </p:sp>
      <p:sp>
        <p:nvSpPr>
          <p:cNvPr id="10" name="Text 7"/>
          <p:cNvSpPr/>
          <p:nvPr/>
        </p:nvSpPr>
        <p:spPr>
          <a:xfrm>
            <a:off x="777240" y="4837176"/>
            <a:ext cx="4983480" cy="868680"/>
          </a:xfrm>
          <a:prstGeom prst="rect">
            <a:avLst/>
          </a:prstGeom>
          <a:noFill/>
          <a:ln/>
        </p:spPr>
        <p:txBody>
          <a:bodyPr wrap="square" rtlCol="0" anchor="t"/>
          <a:lstStyle/>
          <a:p>
            <a:pPr indent="0" marL="0">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a:lnSpc>
                <a:spcPct val="110000"/>
              </a:lnSpc>
              <a:buNone/>
            </a:pPr>
            <a:endParaRPr lang="en-US" sz="1200" dirty="0"/>
          </a:p>
          <a:p>
            <a:pPr indent="0" marL="0">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3931920"/>
            <a:ext cx="5477256" cy="2075688"/>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61104"/>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700016"/>
            <a:ext cx="502920" cy="0"/>
          </a:xfrm>
          <a:prstGeom prst="line">
            <a:avLst/>
          </a:prstGeom>
          <a:noFill/>
          <a:ln w="25400">
            <a:solidFill>
              <a:srgbClr val="D35400"/>
            </a:solidFill>
            <a:prstDash val="solid"/>
          </a:ln>
        </p:spPr>
        <p:txBody>
          <a:bodyPr/>
          <a:p/>
        </p:txBody>
      </p:sp>
      <p:sp>
        <p:nvSpPr>
          <p:cNvPr id="14" name="Text 11"/>
          <p:cNvSpPr/>
          <p:nvPr/>
        </p:nvSpPr>
        <p:spPr>
          <a:xfrm>
            <a:off x="6382512" y="4837176"/>
            <a:ext cx="5020056" cy="868680"/>
          </a:xfrm>
          <a:prstGeom prst="rect">
            <a:avLst/>
          </a:prstGeom>
          <a:noFill/>
          <a:ln/>
        </p:spPr>
        <p:txBody>
          <a:bodyPr wrap="square" rtlCol="0" anchor="t"/>
          <a:lstStyle/>
          <a:p>
            <a:pPr indent="0" marL="0">
              <a:lnSpc>
                <a:spcPct val="110000"/>
              </a:lnSpc>
              <a:buNone/>
            </a:pPr>
            <a:r>
              <a:rPr lang="en-US" sz="120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a:lnSpc>
                <a:spcPct val="110000"/>
              </a:lnSpc>
              <a:buNone/>
            </a:pPr>
            <a:endParaRPr lang="en-US" sz="1200" dirty="0"/>
          </a:p>
          <a:p>
            <a:pPr indent="0" marL="0">
              <a:lnSpc>
                <a:spcPct val="110000"/>
              </a:lnSpc>
              <a:buNone/>
            </a:pPr>
            <a:r>
              <a:rPr lang="en-US" sz="120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a:lnSpc>
                <a:spcPct val="110000"/>
              </a:lnSpc>
              <a:buNone/>
            </a:pPr>
            <a:endParaRPr lang="en-US" sz="1200" dirty="0"/>
          </a:p>
          <a:p>
            <a:pPr indent="0" marL="0">
              <a:lnSpc>
                <a:spcPct val="110000"/>
              </a:lnSpc>
              <a:buNone/>
            </a:pPr>
            <a:r>
              <a:rPr lang="en-US" sz="120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65760"/>
          </a:xfrm>
          <a:prstGeom prst="rect">
            <a:avLst/>
          </a:prstGeom>
          <a:noFill/>
          <a:ln/>
        </p:spPr>
        <p:txBody>
          <a:bodyPr wrap="square" rtlCol="0" anchor="ctr"/>
          <a:lstStyle/>
          <a:p>
            <a:pPr indent="0" marL="0">
              <a:buNone/>
            </a:pPr>
            <a:r>
              <a:rPr lang="en-US" sz="120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20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a:off x="10503027" y="6464808"/>
            <a:ext cx="-4572" cy="187452"/>
          </a:xfrm>
          <a:prstGeom prst="line">
            <a:avLst/>
          </a:prstGeom>
          <a:noFill/>
          <a:ln w="9525">
            <a:solidFill>
              <a:srgbClr val="E2DCD0"/>
            </a:solidFill>
            <a:prstDash val="solid"/>
          </a:ln>
        </p:spPr>
        <p:txBody>
          <a:bodyPr/>
          <a:p/>
        </p:txBody>
      </p:sp>
      <p:sp>
        <p:nvSpPr>
          <p:cNvPr id="20" name="Shape 17"/>
          <p:cNvSpPr/>
          <p:nvPr/>
        </p:nvSpPr>
        <p:spPr>
          <a:xfrm>
            <a:off x="10647045" y="6501384"/>
            <a:ext cx="235458" cy="-50292"/>
          </a:xfrm>
          <a:prstGeom prst="line">
            <a:avLst/>
          </a:prstGeom>
          <a:noFill/>
          <a:ln w="9525">
            <a:solidFill>
              <a:srgbClr val="E2DCD0"/>
            </a:solidFill>
            <a:prstDash val="solid"/>
          </a:ln>
        </p:spPr>
        <p:txBody>
          <a:bodyPr/>
          <a:p/>
        </p:txBody>
      </p:sp>
      <p:sp>
        <p:nvSpPr>
          <p:cNvPr id="21" name="Shape 18"/>
          <p:cNvSpPr/>
          <p:nvPr/>
        </p:nvSpPr>
        <p:spPr>
          <a:xfrm>
            <a:off x="10647045"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a:off x="10882503" y="6451092"/>
            <a:ext cx="-4572" cy="196596"/>
          </a:xfrm>
          <a:prstGeom prst="line">
            <a:avLst/>
          </a:prstGeom>
          <a:noFill/>
          <a:ln w="9525">
            <a:solidFill>
              <a:srgbClr val="E2DCD0"/>
            </a:solidFill>
            <a:prstDash val="solid"/>
          </a:ln>
        </p:spPr>
        <p:txBody>
          <a:bodyPr/>
          <a:p/>
        </p:txBody>
      </p:sp>
      <p:sp>
        <p:nvSpPr>
          <p:cNvPr id="24" name="Shape 21"/>
          <p:cNvSpPr/>
          <p:nvPr/>
        </p:nvSpPr>
        <p:spPr>
          <a:xfrm>
            <a:off x="11044809"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a:off x="10642473" y="6697980"/>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  |  공학 성숙도·차별화</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4023360"/>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4023360"/>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4023360"/>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577840"/>
            <a:ext cx="11091672" cy="457200"/>
          </a:xfrm>
          <a:prstGeom prst="rect">
            <a:avLst/>
          </a:prstGeom>
          <a:noFill/>
          <a:ln/>
        </p:spPr>
        <p:txBody>
          <a:bodyPr wrap="square" rtlCol="0" anchor="ctr"/>
          <a:lstStyle/>
          <a:p>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a:off x="10503027" y="6464808"/>
            <a:ext cx="-4572" cy="187452"/>
          </a:xfrm>
          <a:prstGeom prst="line">
            <a:avLst/>
          </a:prstGeom>
          <a:noFill/>
          <a:ln w="9525">
            <a:solidFill>
              <a:srgbClr val="E2DCD0"/>
            </a:solidFill>
            <a:prstDash val="solid"/>
          </a:ln>
        </p:spPr>
        <p:txBody>
          <a:bodyPr/>
          <a:p/>
        </p:txBody>
      </p:sp>
      <p:sp>
        <p:nvSpPr>
          <p:cNvPr id="22" name="Shape 20"/>
          <p:cNvSpPr/>
          <p:nvPr/>
        </p:nvSpPr>
        <p:spPr>
          <a:xfrm>
            <a:off x="10647045" y="6501384"/>
            <a:ext cx="235458" cy="-50292"/>
          </a:xfrm>
          <a:prstGeom prst="line">
            <a:avLst/>
          </a:prstGeom>
          <a:noFill/>
          <a:ln w="9525">
            <a:solidFill>
              <a:srgbClr val="E2DCD0"/>
            </a:solidFill>
            <a:prstDash val="solid"/>
          </a:ln>
        </p:spPr>
        <p:txBody>
          <a:bodyPr/>
          <a:p/>
        </p:txBody>
      </p:sp>
      <p:sp>
        <p:nvSpPr>
          <p:cNvPr id="23" name="Shape 21"/>
          <p:cNvSpPr/>
          <p:nvPr/>
        </p:nvSpPr>
        <p:spPr>
          <a:xfrm>
            <a:off x="10647045"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a:off x="10882503" y="6451092"/>
            <a:ext cx="-4572" cy="196596"/>
          </a:xfrm>
          <a:prstGeom prst="line">
            <a:avLst/>
          </a:prstGeom>
          <a:noFill/>
          <a:ln w="9525">
            <a:solidFill>
              <a:srgbClr val="E2DCD0"/>
            </a:solidFill>
            <a:prstDash val="solid"/>
          </a:ln>
        </p:spPr>
        <p:txBody>
          <a:bodyPr/>
          <a:p/>
        </p:txBody>
      </p:sp>
      <p:sp>
        <p:nvSpPr>
          <p:cNvPr id="26" name="Shape 24"/>
          <p:cNvSpPr/>
          <p:nvPr/>
        </p:nvSpPr>
        <p:spPr>
          <a:xfrm>
            <a:off x="11044809"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a:off x="10642473" y="6697980"/>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  |  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화선 1.5 m/s 기준값이었다. 20cm 벤치의 화선은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  |  독창성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화선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stock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stock 메시가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a:off x="10503027" y="6464808"/>
            <a:ext cx="-4572" cy="187452"/>
          </a:xfrm>
          <a:prstGeom prst="line">
            <a:avLst/>
          </a:prstGeom>
          <a:noFill/>
          <a:ln w="9525">
            <a:solidFill>
              <a:srgbClr val="E2DCD0"/>
            </a:solidFill>
            <a:prstDash val="solid"/>
          </a:ln>
        </p:spPr>
        <p:txBody>
          <a:bodyPr/>
          <a:p/>
        </p:txBody>
      </p:sp>
      <p:sp>
        <p:nvSpPr>
          <p:cNvPr id="11" name="Shape 8"/>
          <p:cNvSpPr/>
          <p:nvPr/>
        </p:nvSpPr>
        <p:spPr>
          <a:xfrm>
            <a:off x="10647045" y="6501384"/>
            <a:ext cx="235458" cy="-50292"/>
          </a:xfrm>
          <a:prstGeom prst="line">
            <a:avLst/>
          </a:prstGeom>
          <a:noFill/>
          <a:ln w="9525">
            <a:solidFill>
              <a:srgbClr val="E2DCD0"/>
            </a:solidFill>
            <a:prstDash val="solid"/>
          </a:ln>
        </p:spPr>
        <p:txBody>
          <a:bodyPr/>
          <a:p/>
        </p:txBody>
      </p:sp>
      <p:sp>
        <p:nvSpPr>
          <p:cNvPr id="12" name="Shape 9"/>
          <p:cNvSpPr/>
          <p:nvPr/>
        </p:nvSpPr>
        <p:spPr>
          <a:xfrm>
            <a:off x="10647045"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a:off x="10882503" y="6451092"/>
            <a:ext cx="-4572" cy="196596"/>
          </a:xfrm>
          <a:prstGeom prst="line">
            <a:avLst/>
          </a:prstGeom>
          <a:noFill/>
          <a:ln w="9525">
            <a:solidFill>
              <a:srgbClr val="E2DCD0"/>
            </a:solidFill>
            <a:prstDash val="solid"/>
          </a:ln>
        </p:spPr>
        <p:txBody>
          <a:bodyPr/>
          <a:p/>
        </p:txBody>
      </p:sp>
      <p:sp>
        <p:nvSpPr>
          <p:cNvPr id="15" name="Shape 12"/>
          <p:cNvSpPr/>
          <p:nvPr/>
        </p:nvSpPr>
        <p:spPr>
          <a:xfrm>
            <a:off x="11044809"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a:off x="10642473" y="6697980"/>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  |  기술성(정량)</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914400"/>
        </p:xfrm>
        <a:graphic>
          <a:graphicData uri="http://schemas.openxmlformats.org/drawingml/2006/table">
            <a:tbl>
              <a:tblPr/>
              <a:tblGrid>
                <a:gridCol w="3017520"/>
                <a:gridCol w="3383280"/>
                <a:gridCol w="4690872"/>
              </a:tblGrid>
              <a:tr h="329184">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20624">
                <a:tc>
                  <a:txBody>
                    <a:bodyPr/>
                    <a:lstStyle/>
                    <a:p>
                      <a:pPr algn="l" indent="0" marL="0">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943600"/>
            <a:ext cx="11091672" cy="365760"/>
          </a:xfrm>
          <a:prstGeom prst="rect">
            <a:avLst/>
          </a:prstGeom>
          <a:noFill/>
          <a:ln/>
        </p:spPr>
        <p:txBody>
          <a:bodyPr wrap="square" rtlCol="0" anchor="ctr"/>
          <a:lstStyle/>
          <a:p>
            <a:pPr indent="0" marL="0">
              <a:buNone/>
            </a:pPr>
            <a:r>
              <a:rPr lang="en-US" sz="125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25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a:buNone/>
            </a:pPr>
            <a:r>
              <a:rPr lang="en-US" sz="125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a:off x="10503027" y="6464808"/>
            <a:ext cx="-4572" cy="187452"/>
          </a:xfrm>
          <a:prstGeom prst="line">
            <a:avLst/>
          </a:prstGeom>
          <a:noFill/>
          <a:ln w="9525">
            <a:solidFill>
              <a:srgbClr val="E2DCD0"/>
            </a:solidFill>
            <a:prstDash val="solid"/>
          </a:ln>
        </p:spPr>
        <p:txBody>
          <a:bodyPr/>
          <a:p/>
        </p:txBody>
      </p:sp>
      <p:sp>
        <p:nvSpPr>
          <p:cNvPr id="28" name="Shape 25"/>
          <p:cNvSpPr/>
          <p:nvPr/>
        </p:nvSpPr>
        <p:spPr>
          <a:xfrm>
            <a:off x="10647045" y="6501384"/>
            <a:ext cx="235458" cy="-50292"/>
          </a:xfrm>
          <a:prstGeom prst="line">
            <a:avLst/>
          </a:prstGeom>
          <a:noFill/>
          <a:ln w="9525">
            <a:solidFill>
              <a:srgbClr val="E2DCD0"/>
            </a:solidFill>
            <a:prstDash val="solid"/>
          </a:ln>
        </p:spPr>
        <p:txBody>
          <a:bodyPr/>
          <a:p/>
        </p:txBody>
      </p:sp>
      <p:sp>
        <p:nvSpPr>
          <p:cNvPr id="29" name="Shape 26"/>
          <p:cNvSpPr/>
          <p:nvPr/>
        </p:nvSpPr>
        <p:spPr>
          <a:xfrm>
            <a:off x="10647045"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a:off x="10882503" y="6451092"/>
            <a:ext cx="-4572" cy="196596"/>
          </a:xfrm>
          <a:prstGeom prst="line">
            <a:avLst/>
          </a:prstGeom>
          <a:noFill/>
          <a:ln w="9525">
            <a:solidFill>
              <a:srgbClr val="E2DCD0"/>
            </a:solidFill>
            <a:prstDash val="solid"/>
          </a:ln>
        </p:spPr>
        <p:txBody>
          <a:bodyPr/>
          <a:p/>
        </p:txBody>
      </p:sp>
      <p:sp>
        <p:nvSpPr>
          <p:cNvPr id="32" name="Shape 29"/>
          <p:cNvSpPr/>
          <p:nvPr/>
        </p:nvSpPr>
        <p:spPr>
          <a:xfrm>
            <a:off x="11044809"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a:off x="10642473" y="6697980"/>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  |  활용성 20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화선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  |  활용성 · 발전 가능성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9202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  |  팀 구성·역량 10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b="1">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8/31~9/1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전 구간 리허설 · 시연 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a:off x="10503027" y="6464808"/>
            <a:ext cx="-4572" cy="187452"/>
          </a:xfrm>
          <a:prstGeom prst="line">
            <a:avLst/>
          </a:prstGeom>
          <a:noFill/>
          <a:ln w="9525">
            <a:solidFill>
              <a:srgbClr val="E2DCD0"/>
            </a:solidFill>
            <a:prstDash val="solid"/>
          </a:ln>
        </p:spPr>
        <p:txBody>
          <a:bodyPr/>
          <a:p/>
        </p:txBody>
      </p:sp>
      <p:sp>
        <p:nvSpPr>
          <p:cNvPr id="14" name="Shape 11"/>
          <p:cNvSpPr/>
          <p:nvPr/>
        </p:nvSpPr>
        <p:spPr>
          <a:xfrm>
            <a:off x="10647045" y="6501384"/>
            <a:ext cx="235458" cy="-50292"/>
          </a:xfrm>
          <a:prstGeom prst="line">
            <a:avLst/>
          </a:prstGeom>
          <a:noFill/>
          <a:ln w="9525">
            <a:solidFill>
              <a:srgbClr val="E2DCD0"/>
            </a:solidFill>
            <a:prstDash val="solid"/>
          </a:ln>
        </p:spPr>
        <p:txBody>
          <a:bodyPr/>
          <a:p/>
        </p:txBody>
      </p:sp>
      <p:sp>
        <p:nvSpPr>
          <p:cNvPr id="15" name="Shape 12"/>
          <p:cNvSpPr/>
          <p:nvPr/>
        </p:nvSpPr>
        <p:spPr>
          <a:xfrm>
            <a:off x="10647045"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a:off x="10882503" y="6451092"/>
            <a:ext cx="-4572" cy="196596"/>
          </a:xfrm>
          <a:prstGeom prst="line">
            <a:avLst/>
          </a:prstGeom>
          <a:noFill/>
          <a:ln w="9525">
            <a:solidFill>
              <a:srgbClr val="E2DCD0"/>
            </a:solidFill>
            <a:prstDash val="solid"/>
          </a:ln>
        </p:spPr>
        <p:txBody>
          <a:bodyPr/>
          <a:p/>
        </p:txBody>
      </p:sp>
      <p:sp>
        <p:nvSpPr>
          <p:cNvPr id="18" name="Shape 15"/>
          <p:cNvSpPr/>
          <p:nvPr/>
        </p:nvSpPr>
        <p:spPr>
          <a:xfrm>
            <a:off x="11044809"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a:off x="10642473" y="6697980"/>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