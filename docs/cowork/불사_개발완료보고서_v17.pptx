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8" r:id="rId14"/>
    <p:sldId id="276" r:id="rId27"/>
    <p:sldId id="270" r:id="rId16"/>
    <p:sldId id="271" r:id="rId17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4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화선(fire front)의 위치·방향·속도. 위성은 광역 개요만, 드론은 상공·간헐적이라 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동기 (2025 의성 산불)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의성 산불에 군 복무 중 지원 인력으로 출동했다. 지상 현장에는 화선이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왔는지 실시간으로 알려주는 수단이 없었다. 그 공백에서 이 프로젝트가 시작됐다.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동기는 삽화로만 · 근거는 일반 산불대응 공백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1772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772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1812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95360" y="17373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95360" y="19522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95360" y="22814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3101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68680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3886200"/>
            <a:ext cx="5111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108960"/>
            <a:ext cx="543153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28232" y="331012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28232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28232" y="3886200"/>
            <a:ext cx="4974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109728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565179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69041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852159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10972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565179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69041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852159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10972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565179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69041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852159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109728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565179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69041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 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08576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39912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809744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9194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35838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39912" y="491947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 불필요 · 라즈베리파이에서 즉시 계산되는 가벼운 최소제곱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명세↔코드 1:1 대조 완료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구분한다 — 침묵만으로는 죽었다 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겹으로 확인한다.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겹 · 다중 이웃 교차검증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24912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62072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노드가 침묵해도 즉시 죽음으로 보지 않는다. K개 이웃(K_confirm=3)이 독립적으로 '연결 끊김'을 확인해야 사망 후보로 승격 — 일시적 링크 노이즈를 걸러낸다.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084832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겹 · 온도 교차검증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08576" y="2724912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80560" y="2862072"/>
            <a:ext cx="32278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후보가 직전에 고온을 겪었는가? 화선에 의한 죽음이면 온도 상승이 선행한다. 온도 정황이 뒷받침될 때만 '화선 사망'으로 확정.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084832"/>
            <a:ext cx="3429000" cy="2240280"/>
          </a:xfrm>
          <a:prstGeom prst="roundRect">
            <a:avLst>
              <a:gd name="adj" fmla="val 244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286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겹 · 임종신호 (비대칭)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39912" y="2724912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2862072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화재 증거, 없어도 기각 근거가 아니다 — 전소로 신호조차 못 보낸 노드가 바로 진짜 화재이므로. 이 비대칭성은 테스트 2개로 고정.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6817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 — 판별은 정보가 가장 많은 곳에서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말단 노드의 게이트는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의도적으로 느슨하게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두고, 최종 판별은 이웃 정보가 모두 모이는 게이트웨이에서 한다. 말단에서 조이면 게이트웨이가 볼 표본 자체가 굶기 때문.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측정 전 구간(통신두절 0.30까지) [시뮬] 오탐률 0%, 비화재 COOL 누수 86.4% → 0%.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순정 painlessMesh가 갖지 못한 계층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 재구성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3375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121408"/>
            <a:ext cx="49834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브리지(id 99) 기준 역방향 BFS로 각 노드의 상행 경로를 구성.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DEAD로 확정되면 영향 구역만 경로를 즉시 재계산.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연결성이 유지되는 한, 죽은 노드를 우회해 데이터가 계속 sink에 도달.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메시는 노드들을 나무처럼 잇는다. 가지 중간의 노드가 죽으면 그 아래 노드들은 게이트웨이로 가는 길을 잃는다.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 메시 실측 (16대 중 15대 합류 상태 · 2026-09-01)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하위 11대를 거느린 중계 노드 1대를 물리 제거 → 재부팅 없이 15.9초 만에 경로 재구성.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9개 노드가 부모를 바꿨고, 남은 14대가 70~80초 내 전송 재개.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시뮬의 100ms는 틱값(성능 아님).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33756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47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자가치유(관측 지속) + 임종신호(죽음의 시각 확정)가 만나, '죽는 노드'가 '살아있는 정보'가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하나의 증상, 세 번의 오진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가중치의 부호 하나가 방향을 무너뜨리고 있었다 — 82° → 0.03°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타원 화선의 측면 조건에서 방향오차가 82~86°. 90°가 무작위 추측의 한계이므로 사실상 아무 정보도 못 주는 상태였다.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번의 진단이 전부 측정으로 기각된 뒤에야 원인에 닿았다.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48256"/>
          <a:ext cx="11091672" cy="1883664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3291840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곡률 탓 — 화선이 굽어 평면 근사가 깨짐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창을 넓혀 곡률 영향을 분리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기각 — 창을 넓히자 81.8° → 5.6°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채점 방식 탓 — 국소 법선 vs 전역 축 혼동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채점 코드를 직접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기각 — 이미 국소 법선 기준이었다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 부족 탓 — 창 안에 이웃이 모자람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 수·조건수 진단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 기각 — 13개인데도 실패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가중치가 원인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노드별 개별 오차와 가중치 분포를 분해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확정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+0.986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corr(속도, 방향오차)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속도가 큰 노드가 곧 틀린 노드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34256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34256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86.4%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334256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노드의 가중치 비중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4334256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노드의 개별 오차 85.21°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9872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119872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1.35°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119872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오차의 중앙값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19872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노드들은 맞히고 있었다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554126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00" b="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표본 안에 있었다 — 집계가 그것을 버리고 최악의 노드 하나를 골랐다. w = 1/|∇T| 를 w = |∇T|² 로 교정.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00" b="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 유리하게 조정한 것이 아니다. 오차 전파식에서 다시 유도하니 부호가 반대였다.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9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「모른다」가 진짜인지, 우리 상수 탓인지 갈랐다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없으면 값을 내지 않는다 — 우리는 이걸 강점으로 여겼다.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실물로 옮기자 16노드가 전부 값을 내지 못했다. 기능이 작동한 것인지, 우리가 잘못 정한 값 때문인지 구분해야 했다.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11091672" cy="1349652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017520"/>
                <a:gridCol w="3319272"/>
              </a:tblGrid>
              <a:tr h="22494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 크기 (초)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성공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전역 방향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참값 55.48° 대비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30.94°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−24.54°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42.17°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−13.31°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56.26°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+0.78°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55.76°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+0.27°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55.83°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+0.35°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5440680"/>
            <a:ext cx="11091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새로 고르는 대신 구조를 바꿨다 — 창 크기를 물리에서 유도하게 했다. 창 = 통신반경 ÷ 화선속도.</a:t>
            </a:r>
            <a:br/>
            <a:r>
              <a:rPr lang="en-US" sz="1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 런에서 이 식이 622.3초를 내놓았고, 그 값으로 16/16 사망을 전부 잡아 방향 오차 2.85도를 냈다.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9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강점을 스스로 의심해서 잡아낸 결함이다. 지표를 고친 게 아니라 구조를 고쳤다.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5440680" cy="1700784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214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결정 — 폴백을 넣지 않는다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2523744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65176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산불 대응에서 「모른다」와 「90도 틀린 확신」의 비용은 대칭이 아니다. 방향을 모르면 판단을 보류하지만, 틀린 방향을 믿으면 대원을 화선 쪽으로 보낸다.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표본이 모자라면 값을 내지 않고 INSUFFICIENT 를 반환하게 만들었다. 로그에는 "냈다면 틀렸을 것: True" 가 함께 남는다.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1993392"/>
            <a:ext cx="5477256" cy="1700784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2140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— 정보가 없었나, 창이 좁았나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82512" y="2523744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651760"/>
            <a:ext cx="50200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들어와, 노드가 자기 하나만 보고 계산하게 된다.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넓혀가며 다시 재니 산출 성공이 2 → 12 → 15 → 16 으로 올랐다. 정보가 없었던 게 아니라 창이 좁았다.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767328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크기 스윕 — 8/30 드라이런 조건(화선 1.1 mm/s)에서 잰 값 [당시 값]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548640" y="60167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진짜로 정보가 부족한 조건에서만 값을 내지 않는다. 유효표본수 n_eff 로 「표본이 없는 것」과 「한 노드가 결과를 독식한 것」을 구분한다.</a:t>
            </a:r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④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0857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센서는 공기 온도를 즉시 따라가지 못한다. 이 지연이 곧 사망 시각의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 시험 범위  0 ~ 10초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범위  11 ~ 92초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τ는 온도가 아니라 유속의 함수 — 같은 센서·같은 시행 안에서 제트 21.5초 / 실내 92초로 4.1배 차이. 바뀐 것은 공기가 움직이느냐뿐이었다.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3991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실물에서 터지기 전에 발견 — 각각 다른 방법이 필요했다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