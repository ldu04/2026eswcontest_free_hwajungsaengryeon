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48322" y="130644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48322" y="1306449"/>
            <a:ext cx="-13716" cy="71094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98130" y="1343025"/>
            <a:ext cx="84124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98130" y="1343025"/>
            <a:ext cx="4572" cy="71551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9378" y="129273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9378" y="1292733"/>
            <a:ext cx="9144" cy="73380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7474" y="1333881"/>
            <a:ext cx="836676" cy="-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7474" y="1333881"/>
            <a:ext cx="-9144" cy="72923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44150" y="130187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44150" y="1301877"/>
            <a:ext cx="-4572" cy="71094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93958" y="1347597"/>
            <a:ext cx="13716" cy="70637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4606" y="201739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4606" y="2017395"/>
            <a:ext cx="9144" cy="72466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2702" y="2058543"/>
            <a:ext cx="845820" cy="-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2702" y="2058543"/>
            <a:ext cx="-9144" cy="72923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48522" y="202653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48522" y="2026539"/>
            <a:ext cx="-13716" cy="71094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98330" y="2063115"/>
            <a:ext cx="84124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8330" y="2063115"/>
            <a:ext cx="4572" cy="71551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39578" y="201282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39578" y="2012823"/>
            <a:ext cx="9144" cy="73380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7674" y="2053971"/>
            <a:ext cx="-9144" cy="72923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43750" y="274205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43750" y="2742057"/>
            <a:ext cx="-4572" cy="71094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93558" y="2787777"/>
            <a:ext cx="84124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93558" y="2787777"/>
            <a:ext cx="13716" cy="70637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34806" y="273748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4806" y="2737485"/>
            <a:ext cx="9144" cy="72466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2902" y="2778633"/>
            <a:ext cx="845820" cy="-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2902" y="2778633"/>
            <a:ext cx="-9144" cy="72923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48722" y="274662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48722" y="2746629"/>
            <a:ext cx="-13716" cy="71094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98530" y="2783205"/>
            <a:ext cx="4572" cy="71551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9178" y="34530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7274" y="3494151"/>
            <a:ext cx="836676" cy="-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43950" y="34621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93758" y="3507867"/>
            <a:ext cx="84124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35006" y="345757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70598" y="122872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20406" y="126530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61654" y="121500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29750" y="125615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66426" y="1224153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16234" y="1269873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56882" y="193967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24978" y="198081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70798" y="194881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20606" y="198539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61854" y="1935099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29950" y="1976247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66026" y="26643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15834" y="271005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57082" y="265976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425178" y="270090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70998" y="2668905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20806" y="2705481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61454" y="3375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29550" y="34164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66226" y="33844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416034" y="34301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57282" y="3379851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25378" y="3420999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03720" y="4160520"/>
            <a:ext cx="4023360" cy="0"/>
          </a:xfrm>
          <a:prstGeom prst="line">
            <a:avLst/>
          </a:prstGeom>
          <a:noFill/>
          <a:ln w="19050">
            <a:solidFill>
              <a:srgbClr val="6B6E6A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6903720" y="4224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 진행 방향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8" name="Shape 66"/>
          <p:cNvSpPr/>
          <p:nvPr/>
        </p:nvSpPr>
        <p:spPr>
          <a:xfrm>
            <a:off x="868680" y="3611880"/>
            <a:ext cx="1920240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화중생련  </a:t>
            </a:r>
            <a:pPr indent="0" marL="0">
              <a:buNone/>
            </a:pPr>
            <a:r>
              <a:rPr lang="en-US" sz="2000" b="1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火中生蓮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기존·유사제품과의 차별성  |  독창성 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고장을 '손실'이 아니라 '데이터'로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부담(전력·대역폭)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전선 추적 아님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stock ESP-MESH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stock 메시가 못 하는 우리만의 계층.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0703052" y="6284214"/>
            <a:ext cx="1783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703052" y="6284214"/>
            <a:ext cx="-4572" cy="24688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1360" y="6320790"/>
            <a:ext cx="26974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881360" y="6320790"/>
            <a:ext cx="-4572" cy="25603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1108" y="6270498"/>
            <a:ext cx="1965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151108" y="6270498"/>
            <a:ext cx="-4572" cy="25603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47704" y="6311646"/>
            <a:ext cx="-4572" cy="25603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98480" y="6531102"/>
            <a:ext cx="1783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876788" y="6576822"/>
            <a:ext cx="269748" cy="-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146536" y="6526530"/>
            <a:ext cx="1965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625328" y="6206490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803636" y="624306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073384" y="619277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269980" y="623392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620756" y="6453378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799064" y="6499098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068812" y="6448806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265408" y="6489954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2026-07-28T13:28:03Z</dcterms:created>
  <dcterms:modified xsi:type="dcterms:W3CDTF">2026-07-28T13:28:03Z</dcterms:modified>
</cp:coreProperties>
</file>