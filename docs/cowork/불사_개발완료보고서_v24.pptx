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1088136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608783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608783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정보가 부족한가, 설정이 좁은가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설정값이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설정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이웃 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66767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원인은 알고리즘이 아니라 설정값이었고,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 b="1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지연은 방향·속도 추정에 영향을 주지 않는다 — 수식으로 증명했다.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왜 문제로 보였나 — 시뮬은 τ 를 0~10초 범위로만 가정했는데, 공기 흐름 조건을 바꿔 가며 재보니 11~92초였다.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왜 상관없나 — 죽은 시각의 절대값이 아니라 노드 사이의 시간 차이로 방향을 구한다. 모든 노드가 같은 지연을 겪으면 차이는 그대로 남는다. 지연은 평면의 절편에만 흡수된다.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조건(400℃ · 4 cm)의 τ 는 측정하지 않았다.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3310128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</a:tblGrid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55.4800°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이 실험이 재현한 것과 재현하지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재현한 것 — 불이 지나가면서 노드가 차례로 파괴되는 과정, 그리고 그 시각과 좌표만으로 하는 추정.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재현하지 않은 것 — 복사·연료 소진·바람·지형. 열풍기의 이동을 화선의 대리물로 삼았다. 0.20 m 격자를 야외 배치의 축소 모형으로 두었고,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추정기가 볼 수 없는 것 — 참값 대본. 추정기는 대본을 모른 채 죽은 시각만 받는다.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412126" cy="25968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19"/>
            <a:ext cx="589788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1517904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830568" y="1664208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691639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38528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55.4800° → 추정 58.3293°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258568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6830568" y="240487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32303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679191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999232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6830568" y="3145534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172968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19856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3739896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6830568" y="388620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평균 5분 51초 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160520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불이 닿기 얼마 전에 알렸나 — 13/16 노드 수신 · 최소 1분 27초 · 최대 8분 43초 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526279"/>
            <a:ext cx="11091672" cy="1737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777240" y="4654295"/>
            <a:ext cx="10634472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3"/>
            <a:ext cx="10634472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이 시간은 언제부터 주어지나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4647"/>
            <a:ext cx="10634472" cy="62179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발화를 감지한 시간이 아니다. 불이 이미 격자 안에 들어온 뒤의 시간이다.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최소 3대가 타 죽어야 추정이 시작된다. 경보를 못 받은 3대는 그 3대다 — 그들의 죽음이 추정을 만든 재료다.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그 뒤로는 화선 앞쪽에 남은 노드가 「불이 몇 분 뒤 도달」을 받는다.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화선이 대체로 한 방향으로 번진다는 전제 위에서 성립한다. 비화(飛火)로 불씨가 건너뛰면 이 예보는 맞지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43016"/>
            <a:ext cx="10634472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리드타임 = 노드 간격 ÷ 화선속도. 관측을 기다리는 값이 아니라 설치 밀도로 정하는 값이다.</a:t>
            </a:r>
          </a:p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17.2 m 간격 기준 — 화선속도 0.05 m/s 에서 5분 44초, 0.10 m/s 에서 2분 52초, 0.01 m/s 에서 28분 40초.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19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733141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80613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3694176"/>
            <a:ext cx="6100419" cy="93268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3820363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7835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883664"/>
          <a:ext cx="4716932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828032"/>
            <a:ext cx="1109167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3379" y="1517904"/>
            <a:ext cx="47169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1F2421"/>
                </a:solidFill>
                <a:latin typeface="맑은 고딕"/>
              </a:rPr>
              <a:t>런 무결성 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속도가 함께 커지면 시간 상수는 그대로다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1 · 배치가 수십 배 넓어지면?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38528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b="1">
                <a:solidFill>
                  <a:srgbClr val="1F2421"/>
                </a:solidFill>
                <a:latin typeface="맑은 고딕"/>
              </a:rPr>
              <a:t>dt_window     = 이웃 반경 ÷ 화선속도</a:t>
            </a:r>
          </a:p>
          <a:p>
            <a:r>
              <a:rPr sz="1200" b="1">
                <a:solidFill>
                  <a:srgbClr val="1F2421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4864608" cy="1426464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572768"/>
              </a:tblGrid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br/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" y="4393455"/>
            <a:ext cx="4864608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F2421"/>
                </a:solidFill>
                <a:latin typeface="맑은 고딕"/>
              </a:rPr>
              <a:t>길이와 속도가 같은 비율로 바뀌면 두 시간 상수는 변하지 않는다.</a:t>
            </a:r>
          </a:p>
          <a:p>
            <a:r>
              <a:rPr sz="100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32367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r>
              <a:rPr sz="85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sp>
        <p:nvSpPr>
          <p:cNvPr id="5" name="Shape 3"/>
          <p:cNvSpPr/>
          <p:nvPr/>
        </p:nvSpPr>
        <p:spPr>
          <a:xfrm>
            <a:off x="6318504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547104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2 · 노드가 많아져 경로가 길어지면?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75104"/>
            <a:ext cx="4864608" cy="2567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47104" y="4670195"/>
            <a:ext cx="4864608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5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596128"/>
            <a:ext cx="11091672" cy="777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