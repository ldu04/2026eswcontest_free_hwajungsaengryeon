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재난에서 센서는 반드시 죽는다 — 우리는 그 죽음을 버리지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파괴된다. 기존 시스템은 그 죽음을 손실로 처리하고 정보를 버린다. 불사는 죽은 노드의 시각과 좌표에서 불의 방향·속도·도달시각을 읽는다.</a:t>
            </a:r>
            <a:pPr indent="0" marL="0">
              <a:lnSpc>
                <a:spcPct val="125000"/>
              </a:lnSpc>
              <a:buNone/>
            </a:pPr>
            <a:pPr indent="0" marL="0">
              <a:lnSpc>
                <a:spcPct val="125000"/>
              </a:lnSpc>
              <a:buNone/>
            </a:pPr>
            <a:pPr indent="0" marL="0">
              <a:lnSpc>
                <a:spcPct val="125000"/>
              </a:lnSpc>
              <a:buNone/>
            </a:pPr>
            <a:pPr indent="0" marL="0">
              <a:lnSpc>
                <a:spcPct val="125000"/>
              </a:lnSpc>
              <a:buNone/>
            </a:pPr>
            <a:endParaRPr lang="en-US" sz="15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독창성은 응용(산불)이 아니라 아키텍처에 있다 — 고장을 데이터로, 그리고 자가치유로.</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graphicFrame>
        <p:nvGraphicFramePr>
          <p:cNvPr id="39" name="Table 38"/>
          <p:cNvGraphicFramePr>
            <a:graphicFrameLocks noGrp="1"/>
          </p:cNvGraphicFramePr>
          <p:nvPr/>
        </p:nvGraphicFramePr>
        <p:xfrm>
          <a:off x="548640" y="2395728"/>
          <a:ext cx="11091672" cy="2788919"/>
        </p:xfrm>
        <a:graphic>
          <a:graphicData uri="http://schemas.openxmlformats.org/drawingml/2006/table">
            <a:tbl>
              <a:tblPr firstRow="0" bandRow="0" firstCol="0" lastRow="0" lastCol="0"/>
              <a:tblGrid>
                <a:gridCol w="1600200"/>
                <a:gridCol w="9491472"/>
              </a:tblGrid>
              <a:tr h="398417">
                <a:tc>
                  <a:txBody>
                    <a:bodyPr wrap="square"/>
                    <a:lstStyle/>
                    <a:p>
                      <a:pPr algn="l"/>
                      <a:r>
                        <a:rPr sz="1100" b="1">
                          <a:solidFill>
                            <a:srgbClr val="44483F"/>
                          </a:solidFill>
                          <a:latin typeface="맑은 고딕"/>
                        </a:rPr>
                        <a:t>작품명</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불사(不死) — 고장을 데이터로 바꾸는 자가치유 산불 감시 메시</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개발 배경</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재난 현장에서 센서 노드의 파괴는 예외가 아니라 필연이다. 기존 메시는 죽은 노드를 우회할 뿐, 그 죽음에 담긴 정보를 버린다.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동기</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대형 산불 대응 현장에서 지상의 실시간 화선 정보가 없어 판단이 늦어지는 국면을 보았다. 위성은 광역 개요만, 드론은 상공·간헐적이라 연기와 수목 아래 지표 화선의 초 단위 변화를 놓친다.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목표</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① 교차검증된 ‘죽음’을 확정 신호로 모아, 죽은 노드의 (좌표·시각)에서 화선의 방향·속도·도달시각을 추정한다.   ② 경로가 끊겨도 남은 노드가 우회로를 다시 짜 관측을 지속한다.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필요성</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지상에서 화선을 실측하는 저가 레이어가 없다. 노드 1대 부품비가 1.2만 원이라, 타 죽는 것을 전제로 촘촘히 깔 수 있다.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소스코드</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시연 동영상</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상공은 지표 화선을 못 본다 — 그 공백이 판단을 늦춘다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시각이 곧 불이 도착한 시각이다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ESP32 노드 16대와 게이트웨이 1대로 이뤄진다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 배터리 + 승압 모듈(MT3608) — 배치 구성</a:t>
            </a:r>
            <a:endParaRPr lang="en-US" sz="1200" dirty="0"/>
          </a:p>
          <a:p>
            <a:pPr indent="-146304" marL="146304" eaLnBrk="0" hangingPunct="1">
              <a:lnSpc>
                <a:spcPct val="120000"/>
              </a:lnSpc>
              <a:buNone/>
            </a:pPr>
            <a:r>
              <a:rPr lang="en-US" sz="1050" dirty="0">
                <a:solidFill>
                  <a:srgbClr val="6B6E6A"/>
                </a:solidFill>
                <a:latin typeface="맑은 고딕" pitchFamily="34" charset="0"/>
                <a:ea typeface="맑은 고딕" pitchFamily="34" charset="-122"/>
                <a:cs typeface="맑은 고딕" pitchFamily="34" charset="-120"/>
              </a:rPr>
              <a:t>   (데모 조건) 허브·충전기·보조배터리 혼합 급전 — 23분 연속 구동</a:t>
            </a:r>
            <a:endParaRPr lang="en-US" sz="1200" dirty="0"/>
          </a:p>
          <a:p>
            <a:pPr indent="0" marL="0" eaLnBrk="0" hangingPunct="1">
              <a:lnSpc>
                <a:spcPct val="120000"/>
              </a:lnSpc>
              <a:buNone/>
            </a:pP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네 모듈이 죽음을 데이터로 바꾼다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점들에 면을 씌우면 그 기울기가 불의 방향이다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통신두절과 진짜 파괴를 세 층으로 구분한다 — 오탐률 0%</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노드가 죽어도 경로는 살아난다 — 15노드에서 15.9초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121408"/>
            <a:ext cx="4983480" cy="1911096"/>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15노드 메시 실측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하위 11대를 거느린 중계 노드 1대를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결과가 나빠도 파라미터를 고치지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가중치의 부호 하나가 방향을 무너뜨리고 있었다 — 82° → 0.03°</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실물에서만 터지는 위험 셋을 터지기 전에 잡았다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감지는 그들이, 추적은 우리가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 (출처)</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[시뮬] 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[실물] 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지휘부는 배치를, 대원은 대피 시각을 얻는다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 1대 1.2만 원 — 타 죽는 것을 전제로 한 경제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1인이 네 영역을 병렬로 — 규율이 팀을 대신했다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