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7"/>
    <p:sldId id="272" r:id="rId18"/>
    <p:sldId id="277" r:id="rId9"/>
    <p:sldId id="278" r:id="rId10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8" Type="http://schemas.openxmlformats.org/officeDocument/2006/relationships/slide" Target="slides/slide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기술성 ★ 스케일 갭 — 20cm 벤치의 결과를 실제 산불로 옮길 수 있나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 모형이 아니다. 같은 무차원 조건 위의 다른 규모다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심사에서 가장 먼저 나올 질문이다. 답은 「규모를 줄였다」가 아니라 「규모에 의존하는 값을 상수로 두지 않고 기하에서 유도한다」이다. 노드 간격과 이웃 반경의 비(R/격자)가 같으면 알고리즘이 보는 문제는 같다. 시간 상수는 화선속도로 나눠 그 자리에서 만들어진다.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48256"/>
          <a:ext cx="11091672" cy="2139696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737360"/>
                <a:gridCol w="2313432"/>
                <a:gridCol w="3566160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 (10 m 격자)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벤치 (20 cm 실물)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지표화 예시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뜻하나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화선속도 v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 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0.5785 mm/s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 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규모를 정하는 유일한 입력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격자간격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원하는 여유시간 × v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이웃반경 R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0.36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격자간격 × 1.8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 / 격자간격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세 규모에서 동일 — 무차원 기하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dt_window = R/v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12.0 s  (옛 상수 8.0)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622.3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622.3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손으로 고른 값이라 기하와 무관했다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1596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8640" y="44988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50657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/ 격자간격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3400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시뮬·벤치·실배치에서 동일한 무차원 기하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34256" y="431596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334256" y="44988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334256" y="50657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하드코딩 규모 상수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4334256" y="53400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4건 전부 유도식으로 교체 완료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19872" y="431596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119872" y="44988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m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119872" y="50657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실규모 권장 격자간격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19872" y="53400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지표화 0.05 m/s · 벤치와 같은 여유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581558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정직하게 — 무차원 조건이 같다는 것은 설계상 그렇게 만든 것이지, 실제 산불 규모에서 직접 검증한 것은 아니다. 벤치가 증명한 것은 「그 조건 위에서 16/16 동작한다」까지다.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상수 8.0 s 는 벤치에서 국소 적합 16/16 전멸이었다 — 확인된 실패다. 그래서 유도식으로 바꿨다.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 ★ 선행연구 대조 — 이 발상은 어디에 서 있나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연구는 노드의 죽음을 막으려 한다. 우리는 그것을 관측으로 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44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단열 보호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학계의 표준 대응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불에서 살려 두는 방향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444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배제·감내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노드의 처리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허용 위치추정 계열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444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2648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TDOA 계열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수학의 족보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수학이 아니다 — 재는 대상이 다르다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15400" y="1444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1540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소멸 = 관측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1540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불사의 위치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1540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 자체가 입력이 된다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035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인접 연구 갈래와의 대조 — 같은 사실을 반대 방향으로 쓴다</a:t>
            </a:r>
            <a:endParaRPr lang="en-US" sz="13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46704"/>
          <a:ext cx="11091672" cy="2157984"/>
        </p:xfrm>
        <a:graphic>
          <a:graphicData uri="http://schemas.openxmlformats.org/drawingml/2006/table">
            <a:tbl>
              <a:tblPr/>
              <a:tblGrid>
                <a:gridCol w="3017520"/>
                <a:gridCol w="3383280"/>
                <a:gridCol w="4690872"/>
              </a:tblGrid>
              <a:tr h="29260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 갈래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노드의 죽음을 어떻게 다루나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불사와의 차이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WSN 산불 화선추적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「피해야 할 도전과제」로 규정하고 단열 보호를 씌운다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보호하지 않는다. 죽는 것을 전제로 깐다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결함 허용 소스 위치추정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 노드를 추정에서 배제하거나 가중치를 낮춘다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배제하지 않는다. 그 노드가 표본이다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고장 검출·복구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고장을 찾아 토폴로지를 고치는 것이 최종 산출물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고장 검출은 입력이고, 산출은 화선 추정이다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TDOA / AOA 위치추정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센서가 관측자로 살아 있어야 한다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센서의 소멸 시각을 도착시각으로 쓴다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파괴 = 관측의 손실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파괴 = 관측의 획득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하드웨어가 갈린다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불을 견뎌야 한다 → 내열 설계 → 단가 상승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견딜 필요가 없다 → 1대 1.2만 원 소모형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56692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단정하지 않는다 — 웹 검색 범위에서 「소멸 자체를 관측 입력으로 삼는 구성」을 보지 못했다는 것이지, 체계적 문헌고찰로 부재를 증명한 것은 아니다. 발표에서도 이 표현을 그대로 쓴다.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 WSN 문헌 원문: “One of the great challenges … is to avoid the destruction of motes by the fire.”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기술성 ★ 시간 규모 — 「346초? 산불이 그렇게 느린가」에 답한다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실험이 아니다. 초 단위 숫자는 「한 칸 앞」이라는 뜻이다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44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344 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경보 여유 (중앙값)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[실물] 16노드 본편 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444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345.7 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설계값 spacing / 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 앞에서 울리도록 설계했다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444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2648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0.5 %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설계값과의 차이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설계대로 재현됐다는 증거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15400" y="1444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1540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 배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1540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공간·속도 동시 축소 배율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1540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배율이라 시간은 보존된다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035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실배치에서 여유시간은 「격자간격」이 정한다 — 지표화 v = 0.05 m/s 기준</a:t>
            </a:r>
            <a:endParaRPr lang="en-US" sz="13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46704"/>
          <a:ext cx="11091672" cy="2157984"/>
        </p:xfrm>
        <a:graphic>
          <a:graphicData uri="http://schemas.openxmlformats.org/drawingml/2006/table">
            <a:tbl>
              <a:tblPr/>
              <a:tblGrid>
                <a:gridCol w="3017520"/>
                <a:gridCol w="3383280"/>
                <a:gridCol w="4690872"/>
              </a:tblGrid>
              <a:tr h="29260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격자간격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경보 여유시간 = 격자 / v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뜻하나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0.20 m (벤치 실측)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346 s  ≈ 5.8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실측 중앙 344 s — 설계와 0.5% 일치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 s  ≈ 3.3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촘촘하다 — 해상도 높고 여유 짧다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340 s  ≈ 5.7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벤치와 같은 여유를 주는 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 s  ≈ 10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대피 판단에 쓸 만한 여유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 s ≈ 17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수는 1/6 — 여유는 3배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 s ≈ 33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여유는 길지만 화선 해상도가 거칠어진다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56692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벤치는 슬로우모션이 아니다. 공간을 85배, 화선속도를 86배 — 같은 배율로 줄였다. 그래서 시간이 늘어난 게 아니라 그대로 보존됐다. 실배치에서 여유를 늘리려면 격자를 넓히면 되고, 그 대가는 화선 해상도다. 트레이드오프가 설계자에게 열려 있다.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리드타임 실측 — 최소 87 s · 중앙 344 s · 평균 351 s · 최대 523 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기술성 ★ 스케일 — 20cm 벤치의 초 단위 숫자를 실제 산불로 어떻게 옮기나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실험이 아니다. 초 단위 숫자는 「한 칸 앞」이라는 뜻이다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44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344 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경보 여유 (중앙값)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[실물] 16노드 본편 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444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345.7 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설계값 spacing / 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 앞에서 울리도록 설계했다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444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2648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0.5 %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설계값과의 차이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설계대로 재현됐다는 증거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15400" y="1444752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1540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 배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1540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공간·속도 동시 축소 배율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15400" y="24688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배율이라 시간은 보존된다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035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실배치에서 여유시간은 「격자간격」이 정한다 — 지표화 0.01~0.1 m/s 중 0.05 가정 [가정값 — 문헌 미확인]</a:t>
            </a:r>
            <a:endParaRPr lang="en-US" sz="13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46704"/>
          <a:ext cx="11091672" cy="2157984"/>
        </p:xfrm>
        <a:graphic>
          <a:graphicData uri="http://schemas.openxmlformats.org/drawingml/2006/table">
            <a:tbl>
              <a:tblPr/>
              <a:tblGrid>
                <a:gridCol w="3017520"/>
                <a:gridCol w="3383280"/>
                <a:gridCol w="4690872"/>
              </a:tblGrid>
              <a:tr h="29260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격자간격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경보 여유시간 = 격자 / v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뜻하나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0.20 m (벤치 실측)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346 s  ≈ 5.8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실측 중앙 344 s — 설계와 0.5% 일치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 s  ≈ 3.3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촘촘하다 — 해상도 높고 여유 짧다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340 s  ≈ 5.7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벤치와 같은 여유를 주는 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 / 격자간격 = 1.8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시뮬·벤치·실배치 모두 동일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무차원 기하 — 규모가 바뀌어도 보존된다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56692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무차원 조건이 같다는 것은 설계상 그렇게 만든 것이지, 실제 산불 규모로 직접 검증한 것은 아니다. 실배치 통신반경 31 m 는 같은 비를 유지하기 위한 계산값이며, 숲 환경에서의 실제 도달거리는 미측정이다.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리드타임 실측 — 최소 87 s · 중앙 344 s · 평균 351 s · 최대 523 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