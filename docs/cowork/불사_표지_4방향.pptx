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A안 · 앰버 온 차콜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8321040" y="1090879"/>
            <a:ext cx="510235" cy="-85039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31275" y="1005840"/>
            <a:ext cx="453542" cy="198425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84818" y="1204265"/>
            <a:ext cx="453542" cy="-141732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1090879"/>
            <a:ext cx="226771" cy="481889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31275" y="1005840"/>
            <a:ext cx="226771" cy="481889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84818" y="1204265"/>
            <a:ext cx="226771" cy="453542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7811" y="1572768"/>
            <a:ext cx="510235" cy="-85039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8046" y="1487729"/>
            <a:ext cx="453542" cy="170078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47811" y="1572768"/>
            <a:ext cx="-170078" cy="453542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8046" y="1487729"/>
            <a:ext cx="-170078" cy="510235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11589" y="1657807"/>
            <a:ext cx="-113386" cy="481889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98203" y="2139696"/>
            <a:ext cx="396850" cy="-170078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38360" y="1062533"/>
            <a:ext cx="56693" cy="907085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9859" y="1059698"/>
            <a:ext cx="62362" cy="6236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Shape 15"/>
          <p:cNvSpPr/>
          <p:nvPr/>
        </p:nvSpPr>
        <p:spPr>
          <a:xfrm>
            <a:off x="8800094" y="974659"/>
            <a:ext cx="62362" cy="6236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Shape 16"/>
          <p:cNvSpPr/>
          <p:nvPr/>
        </p:nvSpPr>
        <p:spPr>
          <a:xfrm>
            <a:off x="9253637" y="1173084"/>
            <a:ext cx="62362" cy="6236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9" name="Shape 17"/>
          <p:cNvSpPr/>
          <p:nvPr/>
        </p:nvSpPr>
        <p:spPr>
          <a:xfrm>
            <a:off x="9707179" y="1031352"/>
            <a:ext cx="62362" cy="6236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0" name="Shape 18"/>
          <p:cNvSpPr/>
          <p:nvPr/>
        </p:nvSpPr>
        <p:spPr>
          <a:xfrm>
            <a:off x="8516630" y="1541587"/>
            <a:ext cx="62362" cy="62362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21" name="Shape 19"/>
          <p:cNvSpPr/>
          <p:nvPr/>
        </p:nvSpPr>
        <p:spPr>
          <a:xfrm>
            <a:off x="9026865" y="1456548"/>
            <a:ext cx="62362" cy="62362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22" name="Shape 20"/>
          <p:cNvSpPr/>
          <p:nvPr/>
        </p:nvSpPr>
        <p:spPr>
          <a:xfrm>
            <a:off x="9480408" y="1626626"/>
            <a:ext cx="62362" cy="62362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23" name="Shape 21"/>
          <p:cNvSpPr/>
          <p:nvPr/>
        </p:nvSpPr>
        <p:spPr>
          <a:xfrm>
            <a:off x="8346552" y="1995129"/>
            <a:ext cx="62362" cy="6236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4" name="Shape 22"/>
          <p:cNvSpPr/>
          <p:nvPr/>
        </p:nvSpPr>
        <p:spPr>
          <a:xfrm>
            <a:off x="8856787" y="1966783"/>
            <a:ext cx="62362" cy="6236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5" name="Shape 23"/>
          <p:cNvSpPr/>
          <p:nvPr/>
        </p:nvSpPr>
        <p:spPr>
          <a:xfrm>
            <a:off x="9367022" y="2108515"/>
            <a:ext cx="62362" cy="6236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6" name="Shape 24"/>
          <p:cNvSpPr/>
          <p:nvPr/>
        </p:nvSpPr>
        <p:spPr>
          <a:xfrm>
            <a:off x="9763872" y="1938437"/>
            <a:ext cx="62362" cy="6236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제24회 임베디드SW경진대회  ·  자유공모 부문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" y="21031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</a:t>
            </a:r>
            <a:endParaRPr lang="en-US" sz="7600" dirty="0"/>
          </a:p>
        </p:txBody>
      </p:sp>
      <p:sp>
        <p:nvSpPr>
          <p:cNvPr id="29" name="Text 27"/>
          <p:cNvSpPr/>
          <p:nvPr/>
        </p:nvSpPr>
        <p:spPr>
          <a:xfrm>
            <a:off x="77724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화중생련  </a:t>
            </a:r>
            <a:pPr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火中生蓮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77240" y="41605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D6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고장(노드 파괴)을 데이터로 바꾸는 자가치유 산불 감시 메시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77240" y="5806440"/>
            <a:ext cx="10607040" cy="0"/>
          </a:xfrm>
          <a:prstGeom prst="line">
            <a:avLst/>
          </a:prstGeom>
          <a:noFill/>
          <a:ln w="12700">
            <a:solidFill>
              <a:srgbClr val="3A4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이동욱</a:t>
            </a:r>
            <a:pPr indent="0" marL="0">
              <a:buNone/>
            </a:pPr>
            <a:r>
              <a:rPr lang="en-US" sz="1300" dirty="0">
                <a:solidFill>
                  <a:srgbClr val="AEB5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전자공학전공 · 숭실대학교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DC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B안 · 라이트 에디토리얼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509760" y="697687"/>
            <a:ext cx="345643" cy="-57607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55403" y="640080"/>
            <a:ext cx="307238" cy="134417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62642" y="774497"/>
            <a:ext cx="307238" cy="-9601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0" y="697687"/>
            <a:ext cx="153619" cy="326441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55403" y="640080"/>
            <a:ext cx="153619" cy="326441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62642" y="774497"/>
            <a:ext cx="153619" cy="307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63379" y="1024128"/>
            <a:ext cx="345643" cy="-57607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09022" y="966521"/>
            <a:ext cx="307238" cy="11521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63379" y="1024128"/>
            <a:ext cx="-115214" cy="307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09022" y="966521"/>
            <a:ext cx="-115214" cy="345643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16261" y="1081735"/>
            <a:ext cx="-76810" cy="326441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39451" y="1408176"/>
            <a:ext cx="268834" cy="-11521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69880" y="678485"/>
            <a:ext cx="38405" cy="614477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88637" y="676565"/>
            <a:ext cx="42245" cy="42245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Shape 15"/>
          <p:cNvSpPr/>
          <p:nvPr/>
        </p:nvSpPr>
        <p:spPr>
          <a:xfrm>
            <a:off x="9834281" y="618957"/>
            <a:ext cx="42245" cy="42245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41519" y="753374"/>
            <a:ext cx="42245" cy="42245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Shape 17"/>
          <p:cNvSpPr/>
          <p:nvPr/>
        </p:nvSpPr>
        <p:spPr>
          <a:xfrm>
            <a:off x="10448757" y="657362"/>
            <a:ext cx="42245" cy="42245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Shape 18"/>
          <p:cNvSpPr/>
          <p:nvPr/>
        </p:nvSpPr>
        <p:spPr>
          <a:xfrm>
            <a:off x="9642257" y="1003005"/>
            <a:ext cx="42245" cy="42245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21" name="Shape 19"/>
          <p:cNvSpPr/>
          <p:nvPr/>
        </p:nvSpPr>
        <p:spPr>
          <a:xfrm>
            <a:off x="9987900" y="945398"/>
            <a:ext cx="42245" cy="42245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95138" y="1060613"/>
            <a:ext cx="42245" cy="42245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23" name="Shape 21"/>
          <p:cNvSpPr/>
          <p:nvPr/>
        </p:nvSpPr>
        <p:spPr>
          <a:xfrm>
            <a:off x="9527042" y="1310244"/>
            <a:ext cx="42245" cy="42245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Shape 22"/>
          <p:cNvSpPr/>
          <p:nvPr/>
        </p:nvSpPr>
        <p:spPr>
          <a:xfrm>
            <a:off x="9872685" y="1291041"/>
            <a:ext cx="42245" cy="42245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18329" y="1387053"/>
            <a:ext cx="42245" cy="42245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Shape 24"/>
          <p:cNvSpPr/>
          <p:nvPr/>
        </p:nvSpPr>
        <p:spPr>
          <a:xfrm>
            <a:off x="10487162" y="1271839"/>
            <a:ext cx="42245" cy="42245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제24회 임베디드SW경진대회 · 자유공모 부문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19659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</a:t>
            </a:r>
            <a:endParaRPr lang="en-US" sz="8800" dirty="0"/>
          </a:p>
        </p:txBody>
      </p:sp>
      <p:sp>
        <p:nvSpPr>
          <p:cNvPr id="29" name="Shape 27"/>
          <p:cNvSpPr/>
          <p:nvPr/>
        </p:nvSpPr>
        <p:spPr>
          <a:xfrm>
            <a:off x="868680" y="3611880"/>
            <a:ext cx="1920240" cy="0"/>
          </a:xfrm>
          <a:prstGeom prst="line">
            <a:avLst/>
          </a:prstGeom>
          <a:noFill/>
          <a:ln w="38100">
            <a:solidFill>
              <a:srgbClr val="D354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화중생련  </a:t>
            </a:r>
            <a:pPr indent="0" marL="0">
              <a:buNone/>
            </a:pPr>
            <a:r>
              <a:rPr lang="en-US" sz="2000" b="1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火中生蓮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22960" y="4434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고장(노드 파괴)을 데이터로 바꾸는 자가치유 산불 감시 메시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이동욱</a:t>
            </a:r>
            <a:pPr indent="0" marL="0">
              <a:buNone/>
            </a:pPr>
            <a:r>
              <a:rPr lang="en-US" sz="13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전자공학전공 · 숭실대학교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C안 · 필드맵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396232" y="964692"/>
            <a:ext cx="128016" cy="128016"/>
          </a:xfrm>
          <a:prstGeom prst="ellipse">
            <a:avLst/>
          </a:prstGeom>
          <a:solidFill>
            <a:srgbClr val="D35400">
              <a:alpha val="8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269992" y="964692"/>
            <a:ext cx="128016" cy="128016"/>
          </a:xfrm>
          <a:prstGeom prst="ellipse">
            <a:avLst/>
          </a:prstGeom>
          <a:solidFill>
            <a:srgbClr val="D35400">
              <a:alpha val="8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143752" y="964692"/>
            <a:ext cx="128016" cy="128016"/>
          </a:xfrm>
          <a:prstGeom prst="ellipse">
            <a:avLst/>
          </a:prstGeom>
          <a:solidFill>
            <a:srgbClr val="D35400">
              <a:alpha val="8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17512" y="964692"/>
            <a:ext cx="128016" cy="128016"/>
          </a:xfrm>
          <a:prstGeom prst="ellipse">
            <a:avLst/>
          </a:prstGeom>
          <a:solidFill>
            <a:srgbClr val="D35400">
              <a:alpha val="8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891272" y="964692"/>
            <a:ext cx="128016" cy="128016"/>
          </a:xfrm>
          <a:prstGeom prst="ellipse">
            <a:avLst/>
          </a:prstGeom>
          <a:solidFill>
            <a:srgbClr val="D35400">
              <a:alpha val="8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765032" y="964692"/>
            <a:ext cx="128016" cy="128016"/>
          </a:xfrm>
          <a:prstGeom prst="ellipse">
            <a:avLst/>
          </a:prstGeom>
          <a:solidFill>
            <a:srgbClr val="E8A15C">
              <a:alpha val="8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638792" y="964692"/>
            <a:ext cx="128016" cy="128016"/>
          </a:xfrm>
          <a:prstGeom prst="ellipse">
            <a:avLst/>
          </a:prstGeom>
          <a:solidFill>
            <a:srgbClr val="E8A15C">
              <a:alpha val="8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512552" y="964692"/>
            <a:ext cx="128016" cy="128016"/>
          </a:xfrm>
          <a:prstGeom prst="ellipse">
            <a:avLst/>
          </a:prstGeom>
          <a:solidFill>
            <a:srgbClr val="97BC62">
              <a:alpha val="8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386312" y="964692"/>
            <a:ext cx="128016" cy="128016"/>
          </a:xfrm>
          <a:prstGeom prst="ellipse">
            <a:avLst/>
          </a:prstGeom>
          <a:solidFill>
            <a:srgbClr val="97BC62">
              <a:alpha val="8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396232" y="1924812"/>
            <a:ext cx="128016" cy="128016"/>
          </a:xfrm>
          <a:prstGeom prst="ellipse">
            <a:avLst/>
          </a:prstGeom>
          <a:solidFill>
            <a:srgbClr val="D35400">
              <a:alpha val="8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269992" y="1924812"/>
            <a:ext cx="128016" cy="128016"/>
          </a:xfrm>
          <a:prstGeom prst="ellipse">
            <a:avLst/>
          </a:prstGeom>
          <a:solidFill>
            <a:srgbClr val="D35400">
              <a:alpha val="8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143752" y="1924812"/>
            <a:ext cx="128016" cy="128016"/>
          </a:xfrm>
          <a:prstGeom prst="ellipse">
            <a:avLst/>
          </a:prstGeom>
          <a:solidFill>
            <a:srgbClr val="D35400">
              <a:alpha val="8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017512" y="1924812"/>
            <a:ext cx="128016" cy="128016"/>
          </a:xfrm>
          <a:prstGeom prst="ellipse">
            <a:avLst/>
          </a:prstGeom>
          <a:solidFill>
            <a:srgbClr val="D35400">
              <a:alpha val="8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91272" y="1924812"/>
            <a:ext cx="128016" cy="128016"/>
          </a:xfrm>
          <a:prstGeom prst="ellipse">
            <a:avLst/>
          </a:prstGeom>
          <a:solidFill>
            <a:srgbClr val="E8A15C">
              <a:alpha val="8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765032" y="1924812"/>
            <a:ext cx="128016" cy="128016"/>
          </a:xfrm>
          <a:prstGeom prst="ellipse">
            <a:avLst/>
          </a:prstGeom>
          <a:solidFill>
            <a:srgbClr val="E8A15C">
              <a:alpha val="8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638792" y="1924812"/>
            <a:ext cx="128016" cy="128016"/>
          </a:xfrm>
          <a:prstGeom prst="ellipse">
            <a:avLst/>
          </a:prstGeom>
          <a:solidFill>
            <a:srgbClr val="E8A15C">
              <a:alpha val="8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512552" y="1924812"/>
            <a:ext cx="128016" cy="128016"/>
          </a:xfrm>
          <a:prstGeom prst="ellipse">
            <a:avLst/>
          </a:prstGeom>
          <a:solidFill>
            <a:srgbClr val="97BC62">
              <a:alpha val="8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386312" y="1924812"/>
            <a:ext cx="128016" cy="128016"/>
          </a:xfrm>
          <a:prstGeom prst="ellipse">
            <a:avLst/>
          </a:prstGeom>
          <a:solidFill>
            <a:srgbClr val="97BC62">
              <a:alpha val="8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396232" y="2884932"/>
            <a:ext cx="128016" cy="128016"/>
          </a:xfrm>
          <a:prstGeom prst="ellipse">
            <a:avLst/>
          </a:prstGeom>
          <a:solidFill>
            <a:srgbClr val="D35400">
              <a:alpha val="8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269992" y="2884932"/>
            <a:ext cx="128016" cy="128016"/>
          </a:xfrm>
          <a:prstGeom prst="ellipse">
            <a:avLst/>
          </a:prstGeom>
          <a:solidFill>
            <a:srgbClr val="D35400">
              <a:alpha val="8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43752" y="2884932"/>
            <a:ext cx="128016" cy="128016"/>
          </a:xfrm>
          <a:prstGeom prst="ellipse">
            <a:avLst/>
          </a:prstGeom>
          <a:solidFill>
            <a:srgbClr val="D35400">
              <a:alpha val="8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017512" y="2884932"/>
            <a:ext cx="128016" cy="128016"/>
          </a:xfrm>
          <a:prstGeom prst="ellipse">
            <a:avLst/>
          </a:prstGeom>
          <a:solidFill>
            <a:srgbClr val="D35400">
              <a:alpha val="8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891272" y="2884932"/>
            <a:ext cx="128016" cy="128016"/>
          </a:xfrm>
          <a:prstGeom prst="ellipse">
            <a:avLst/>
          </a:prstGeom>
          <a:solidFill>
            <a:srgbClr val="E8A15C">
              <a:alpha val="8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765032" y="2884932"/>
            <a:ext cx="128016" cy="128016"/>
          </a:xfrm>
          <a:prstGeom prst="ellipse">
            <a:avLst/>
          </a:prstGeom>
          <a:solidFill>
            <a:srgbClr val="E8A15C">
              <a:alpha val="8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638792" y="2884932"/>
            <a:ext cx="128016" cy="128016"/>
          </a:xfrm>
          <a:prstGeom prst="ellipse">
            <a:avLst/>
          </a:prstGeom>
          <a:solidFill>
            <a:srgbClr val="97BC62">
              <a:alpha val="8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12552" y="2884932"/>
            <a:ext cx="128016" cy="128016"/>
          </a:xfrm>
          <a:prstGeom prst="ellipse">
            <a:avLst/>
          </a:prstGeom>
          <a:solidFill>
            <a:srgbClr val="97BC62">
              <a:alpha val="8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386312" y="2884932"/>
            <a:ext cx="128016" cy="128016"/>
          </a:xfrm>
          <a:prstGeom prst="ellipse">
            <a:avLst/>
          </a:prstGeom>
          <a:solidFill>
            <a:srgbClr val="2C5F2D">
              <a:alpha val="8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396232" y="3845052"/>
            <a:ext cx="128016" cy="128016"/>
          </a:xfrm>
          <a:prstGeom prst="ellipse">
            <a:avLst/>
          </a:prstGeom>
          <a:solidFill>
            <a:srgbClr val="D35400">
              <a:alpha val="8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269992" y="3845052"/>
            <a:ext cx="128016" cy="128016"/>
          </a:xfrm>
          <a:prstGeom prst="ellipse">
            <a:avLst/>
          </a:prstGeom>
          <a:solidFill>
            <a:srgbClr val="D35400">
              <a:alpha val="8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143752" y="3845052"/>
            <a:ext cx="128016" cy="128016"/>
          </a:xfrm>
          <a:prstGeom prst="ellipse">
            <a:avLst/>
          </a:prstGeom>
          <a:solidFill>
            <a:srgbClr val="D35400">
              <a:alpha val="8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017512" y="3845052"/>
            <a:ext cx="128016" cy="128016"/>
          </a:xfrm>
          <a:prstGeom prst="ellipse">
            <a:avLst/>
          </a:prstGeom>
          <a:solidFill>
            <a:srgbClr val="E8A15C">
              <a:alpha val="8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891272" y="3845052"/>
            <a:ext cx="128016" cy="128016"/>
          </a:xfrm>
          <a:prstGeom prst="ellipse">
            <a:avLst/>
          </a:prstGeom>
          <a:solidFill>
            <a:srgbClr val="E8A15C">
              <a:alpha val="8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765032" y="3845052"/>
            <a:ext cx="128016" cy="128016"/>
          </a:xfrm>
          <a:prstGeom prst="ellipse">
            <a:avLst/>
          </a:prstGeom>
          <a:solidFill>
            <a:srgbClr val="97BC62">
              <a:alpha val="8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638792" y="3845052"/>
            <a:ext cx="128016" cy="128016"/>
          </a:xfrm>
          <a:prstGeom prst="ellipse">
            <a:avLst/>
          </a:prstGeom>
          <a:solidFill>
            <a:srgbClr val="97BC62">
              <a:alpha val="8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512552" y="3845052"/>
            <a:ext cx="128016" cy="128016"/>
          </a:xfrm>
          <a:prstGeom prst="ellipse">
            <a:avLst/>
          </a:prstGeom>
          <a:solidFill>
            <a:srgbClr val="97BC62">
              <a:alpha val="8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1386312" y="3845052"/>
            <a:ext cx="128016" cy="128016"/>
          </a:xfrm>
          <a:prstGeom prst="ellipse">
            <a:avLst/>
          </a:prstGeom>
          <a:solidFill>
            <a:srgbClr val="2C5F2D">
              <a:alpha val="8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396232" y="4805172"/>
            <a:ext cx="128016" cy="128016"/>
          </a:xfrm>
          <a:prstGeom prst="ellipse">
            <a:avLst/>
          </a:prstGeom>
          <a:solidFill>
            <a:srgbClr val="D35400">
              <a:alpha val="8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269992" y="4805172"/>
            <a:ext cx="128016" cy="128016"/>
          </a:xfrm>
          <a:prstGeom prst="ellipse">
            <a:avLst/>
          </a:prstGeom>
          <a:solidFill>
            <a:srgbClr val="D35400">
              <a:alpha val="8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143752" y="4805172"/>
            <a:ext cx="128016" cy="128016"/>
          </a:xfrm>
          <a:prstGeom prst="ellipse">
            <a:avLst/>
          </a:prstGeom>
          <a:solidFill>
            <a:srgbClr val="E8A15C">
              <a:alpha val="8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017512" y="4805172"/>
            <a:ext cx="128016" cy="128016"/>
          </a:xfrm>
          <a:prstGeom prst="ellipse">
            <a:avLst/>
          </a:prstGeom>
          <a:solidFill>
            <a:srgbClr val="E8A15C">
              <a:alpha val="8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891272" y="4805172"/>
            <a:ext cx="128016" cy="128016"/>
          </a:xfrm>
          <a:prstGeom prst="ellipse">
            <a:avLst/>
          </a:prstGeom>
          <a:solidFill>
            <a:srgbClr val="E8A15C">
              <a:alpha val="8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765032" y="4805172"/>
            <a:ext cx="128016" cy="128016"/>
          </a:xfrm>
          <a:prstGeom prst="ellipse">
            <a:avLst/>
          </a:prstGeom>
          <a:solidFill>
            <a:srgbClr val="97BC62">
              <a:alpha val="8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638792" y="4805172"/>
            <a:ext cx="128016" cy="128016"/>
          </a:xfrm>
          <a:prstGeom prst="ellipse">
            <a:avLst/>
          </a:prstGeom>
          <a:solidFill>
            <a:srgbClr val="97BC62">
              <a:alpha val="8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512552" y="4805172"/>
            <a:ext cx="128016" cy="128016"/>
          </a:xfrm>
          <a:prstGeom prst="ellipse">
            <a:avLst/>
          </a:prstGeom>
          <a:solidFill>
            <a:srgbClr val="2C5F2D">
              <a:alpha val="8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386312" y="4805172"/>
            <a:ext cx="128016" cy="128016"/>
          </a:xfrm>
          <a:prstGeom prst="ellipse">
            <a:avLst/>
          </a:prstGeom>
          <a:solidFill>
            <a:srgbClr val="2C5F2D">
              <a:alpha val="8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396232" y="5765292"/>
            <a:ext cx="128016" cy="128016"/>
          </a:xfrm>
          <a:prstGeom prst="ellipse">
            <a:avLst/>
          </a:prstGeom>
          <a:solidFill>
            <a:srgbClr val="D35400">
              <a:alpha val="8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269992" y="5765292"/>
            <a:ext cx="128016" cy="128016"/>
          </a:xfrm>
          <a:prstGeom prst="ellipse">
            <a:avLst/>
          </a:prstGeom>
          <a:solidFill>
            <a:srgbClr val="D35400">
              <a:alpha val="8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143752" y="5765292"/>
            <a:ext cx="128016" cy="128016"/>
          </a:xfrm>
          <a:prstGeom prst="ellipse">
            <a:avLst/>
          </a:prstGeom>
          <a:solidFill>
            <a:srgbClr val="E8A15C">
              <a:alpha val="8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017512" y="5765292"/>
            <a:ext cx="128016" cy="128016"/>
          </a:xfrm>
          <a:prstGeom prst="ellipse">
            <a:avLst/>
          </a:prstGeom>
          <a:solidFill>
            <a:srgbClr val="E8A15C">
              <a:alpha val="8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91272" y="5765292"/>
            <a:ext cx="128016" cy="128016"/>
          </a:xfrm>
          <a:prstGeom prst="ellipse">
            <a:avLst/>
          </a:prstGeom>
          <a:solidFill>
            <a:srgbClr val="97BC62">
              <a:alpha val="8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765032" y="5765292"/>
            <a:ext cx="128016" cy="128016"/>
          </a:xfrm>
          <a:prstGeom prst="ellipse">
            <a:avLst/>
          </a:prstGeom>
          <a:solidFill>
            <a:srgbClr val="97BC62">
              <a:alpha val="8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638792" y="5765292"/>
            <a:ext cx="128016" cy="128016"/>
          </a:xfrm>
          <a:prstGeom prst="ellipse">
            <a:avLst/>
          </a:prstGeom>
          <a:solidFill>
            <a:srgbClr val="2C5F2D">
              <a:alpha val="8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0512552" y="5765292"/>
            <a:ext cx="128016" cy="128016"/>
          </a:xfrm>
          <a:prstGeom prst="ellipse">
            <a:avLst/>
          </a:prstGeom>
          <a:solidFill>
            <a:srgbClr val="2C5F2D">
              <a:alpha val="8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1386312" y="5765292"/>
            <a:ext cx="128016" cy="128016"/>
          </a:xfrm>
          <a:prstGeom prst="ellipse">
            <a:avLst/>
          </a:prstGeom>
          <a:solidFill>
            <a:srgbClr val="2C5F2D">
              <a:alpha val="8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572000" y="5577840"/>
            <a:ext cx="5852160" cy="0"/>
          </a:xfrm>
          <a:prstGeom prst="line">
            <a:avLst/>
          </a:prstGeom>
          <a:noFill/>
          <a:ln w="25400">
            <a:solidFill>
              <a:srgbClr val="E8E2D0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4572000" y="5650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CFC2">
                    <a:alpha val="9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 진행 방향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6211A">
              <a:alpha val="85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64008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제24회 임베디드SW경진대회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94360" y="219456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</a:t>
            </a:r>
            <a:endParaRPr lang="en-US" sz="8000" dirty="0"/>
          </a:p>
        </p:txBody>
      </p:sp>
      <p:sp>
        <p:nvSpPr>
          <p:cNvPr id="62" name="Text 60"/>
          <p:cNvSpPr/>
          <p:nvPr/>
        </p:nvSpPr>
        <p:spPr>
          <a:xfrm>
            <a:off x="640080" y="3611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화중생련 </a:t>
            </a:r>
            <a:pPr indent="0" marL="0">
              <a:buNone/>
            </a:pPr>
            <a:r>
              <a:rPr lang="en-US" sz="1900" b="1" dirty="0">
                <a:solidFill>
                  <a:srgbClr val="97BC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火中生蓮</a:t>
            </a:r>
            <a:endParaRPr lang="en-US" sz="1900" dirty="0"/>
          </a:p>
        </p:txBody>
      </p:sp>
      <p:sp>
        <p:nvSpPr>
          <p:cNvPr id="63" name="Text 61"/>
          <p:cNvSpPr/>
          <p:nvPr/>
        </p:nvSpPr>
        <p:spPr>
          <a:xfrm>
            <a:off x="640080" y="420624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D6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노드가 그리는 불의 지도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640080" y="5852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이동욱</a:t>
            </a:r>
            <a:pPr indent="0" marL="0">
              <a:buNone/>
            </a:pPr>
            <a:r>
              <a:rPr lang="en-US" sz="1200" dirty="0">
                <a:solidFill>
                  <a:srgbClr val="9EA6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전자공학전공 · 숭실대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18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DC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D안 · 볼드 스플릿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4366260"/>
            <a:ext cx="411480" cy="-68580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4297680"/>
            <a:ext cx="365760" cy="160020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4457700"/>
            <a:ext cx="365760" cy="-114300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4366260"/>
            <a:ext cx="182880" cy="388620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4297680"/>
            <a:ext cx="182880" cy="388620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74520" y="4457700"/>
            <a:ext cx="182880" cy="365760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4754880"/>
            <a:ext cx="411480" cy="-68580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4686300"/>
            <a:ext cx="365760" cy="137160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4754880"/>
            <a:ext cx="-137160" cy="365760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91640" y="4686300"/>
            <a:ext cx="-137160" cy="411480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57400" y="4823460"/>
            <a:ext cx="-91440" cy="388620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65960" y="5212080"/>
            <a:ext cx="320040" cy="-137160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4343400"/>
            <a:ext cx="45720" cy="731520"/>
          </a:xfrm>
          <a:prstGeom prst="line">
            <a:avLst/>
          </a:prstGeom>
          <a:noFill/>
          <a:ln w="9525">
            <a:solidFill>
              <a:srgbClr val="3A4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2134" y="4341114"/>
            <a:ext cx="50292" cy="502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Shape 16"/>
          <p:cNvSpPr/>
          <p:nvPr/>
        </p:nvSpPr>
        <p:spPr>
          <a:xfrm>
            <a:off x="1483614" y="4272534"/>
            <a:ext cx="50292" cy="502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9" name="Shape 17"/>
          <p:cNvSpPr/>
          <p:nvPr/>
        </p:nvSpPr>
        <p:spPr>
          <a:xfrm>
            <a:off x="1849374" y="4432554"/>
            <a:ext cx="50292" cy="502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0" name="Shape 18"/>
          <p:cNvSpPr/>
          <p:nvPr/>
        </p:nvSpPr>
        <p:spPr>
          <a:xfrm>
            <a:off x="2215134" y="4318254"/>
            <a:ext cx="50292" cy="502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1" name="Shape 19"/>
          <p:cNvSpPr/>
          <p:nvPr/>
        </p:nvSpPr>
        <p:spPr>
          <a:xfrm>
            <a:off x="1255014" y="4729734"/>
            <a:ext cx="50292" cy="50292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22" name="Shape 20"/>
          <p:cNvSpPr/>
          <p:nvPr/>
        </p:nvSpPr>
        <p:spPr>
          <a:xfrm>
            <a:off x="1666494" y="4661154"/>
            <a:ext cx="50292" cy="50292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23" name="Shape 21"/>
          <p:cNvSpPr/>
          <p:nvPr/>
        </p:nvSpPr>
        <p:spPr>
          <a:xfrm>
            <a:off x="2032254" y="4798314"/>
            <a:ext cx="50292" cy="50292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17854" y="5095494"/>
            <a:ext cx="50292" cy="502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5" name="Shape 23"/>
          <p:cNvSpPr/>
          <p:nvPr/>
        </p:nvSpPr>
        <p:spPr>
          <a:xfrm>
            <a:off x="1529334" y="5072634"/>
            <a:ext cx="50292" cy="502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6" name="Shape 24"/>
          <p:cNvSpPr/>
          <p:nvPr/>
        </p:nvSpPr>
        <p:spPr>
          <a:xfrm>
            <a:off x="1940814" y="5186934"/>
            <a:ext cx="50292" cy="502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7" name="Shape 25"/>
          <p:cNvSpPr/>
          <p:nvPr/>
        </p:nvSpPr>
        <p:spPr>
          <a:xfrm>
            <a:off x="2260854" y="5049774"/>
            <a:ext cx="50292" cy="502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210312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</a:t>
            </a:r>
            <a:endParaRPr lang="en-US" sz="7800" dirty="0"/>
          </a:p>
        </p:txBody>
      </p:sp>
      <p:sp>
        <p:nvSpPr>
          <p:cNvPr id="29" name="Shape 27"/>
          <p:cNvSpPr/>
          <p:nvPr/>
        </p:nvSpPr>
        <p:spPr>
          <a:xfrm>
            <a:off x="640080" y="3611880"/>
            <a:ext cx="1554480" cy="0"/>
          </a:xfrm>
          <a:prstGeom prst="line">
            <a:avLst/>
          </a:prstGeom>
          <a:noFill/>
          <a:ln w="38100">
            <a:solidFill>
              <a:srgbClr val="D354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7947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E4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화중생련 </a:t>
            </a:r>
            <a:pPr indent="0" marL="0">
              <a:buNone/>
            </a:pPr>
            <a:r>
              <a:rPr lang="en-US" sz="1800" b="1" dirty="0">
                <a:solidFill>
                  <a:srgbClr val="AEC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火中生蓮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94960" y="21031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제24회 임베디드SW경진대회 · 자유공모 부문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76672" y="251460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고장을 데이터로 바꾸는</a:t>
            </a:r>
            <a:endParaRPr lang="en-US" sz="2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 산불 감시 메시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5394960" y="38862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사라진 노드들이 오히려 불의 방향·속도를 그린다.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394960" y="5806440"/>
            <a:ext cx="6035040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0" y="59436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이동욱</a:t>
            </a:r>
            <a:pPr indent="0" marL="0">
              <a:buNone/>
            </a:pPr>
            <a:r>
              <a:rPr lang="en-US" sz="13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전자공학전공 · 숭실대학교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2026-07-28T13:23:59Z</dcterms:created>
  <dcterms:modified xsi:type="dcterms:W3CDTF">2026-07-28T13:23:59Z</dcterms:modified>
</cp:coreProperties>
</file>