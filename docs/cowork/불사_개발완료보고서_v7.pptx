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a:off x="7930134" y="1512189"/>
            <a:ext cx="-13716" cy="756666"/>
          </a:xfrm>
          <a:prstGeom prst="line">
            <a:avLst/>
          </a:prstGeom>
          <a:noFill/>
          <a:ln w="9525">
            <a:solidFill>
              <a:srgbClr val="E2DCD0"/>
            </a:solidFill>
            <a:prstDash val="solid"/>
          </a:ln>
        </p:spPr>
        <p:txBody>
          <a:bodyPr/>
          <a:p/>
        </p:txBody>
      </p:sp>
      <p:sp>
        <p:nvSpPr>
          <p:cNvPr id="4" name="Shape 2"/>
          <p:cNvSpPr/>
          <p:nvPr/>
        </p:nvSpPr>
        <p:spPr>
          <a:xfrm>
            <a:off x="8679942" y="1548765"/>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a:off x="10289286"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a:off x="8684514" y="2310003"/>
            <a:ext cx="845820" cy="-32004"/>
          </a:xfrm>
          <a:prstGeom prst="line">
            <a:avLst/>
          </a:prstGeom>
          <a:noFill/>
          <a:ln w="9525">
            <a:solidFill>
              <a:srgbClr val="E2DCD0"/>
            </a:solidFill>
            <a:prstDash val="solid"/>
          </a:ln>
        </p:spPr>
        <p:txBody>
          <a:bodyPr/>
          <a:p/>
        </p:txBody>
      </p:sp>
      <p:sp>
        <p:nvSpPr>
          <p:cNvPr id="16" name="Shape 14"/>
          <p:cNvSpPr/>
          <p:nvPr/>
        </p:nvSpPr>
        <p:spPr>
          <a:xfrm>
            <a:off x="8684514"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a:off x="9530334"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a:off x="7925562" y="3039237"/>
            <a:ext cx="-4572" cy="756666"/>
          </a:xfrm>
          <a:prstGeom prst="line">
            <a:avLst/>
          </a:prstGeom>
          <a:noFill/>
          <a:ln w="9525">
            <a:solidFill>
              <a:srgbClr val="E2DCD0"/>
            </a:solidFill>
            <a:prstDash val="solid"/>
          </a:ln>
        </p:spPr>
        <p:txBody>
          <a:bodyPr/>
          <a:p/>
        </p:txBody>
      </p:sp>
      <p:sp>
        <p:nvSpPr>
          <p:cNvPr id="26" name="Shape 24"/>
          <p:cNvSpPr/>
          <p:nvPr/>
        </p:nvSpPr>
        <p:spPr>
          <a:xfrm>
            <a:off x="8675370" y="3084957"/>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a:off x="10284714"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a:off x="8689086" y="3837051"/>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eaLnBrk="0" hangingPunct="1">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순정 painlessMesh는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a:off x="10503027" y="6464808"/>
            <a:ext cx="-4572" cy="187452"/>
          </a:xfrm>
          <a:prstGeom prst="line">
            <a:avLst/>
          </a:prstGeom>
          <a:noFill/>
          <a:ln w="9525">
            <a:solidFill>
              <a:srgbClr val="E2DCD0"/>
            </a:solidFill>
            <a:prstDash val="solid"/>
          </a:ln>
        </p:spPr>
        <p:txBody>
          <a:bodyPr/>
          <a:p/>
        </p:txBody>
      </p:sp>
      <p:sp>
        <p:nvSpPr>
          <p:cNvPr id="23" name="Shape 21"/>
          <p:cNvSpPr/>
          <p:nvPr/>
        </p:nvSpPr>
        <p:spPr>
          <a:xfrm>
            <a:off x="10647045" y="6501384"/>
            <a:ext cx="235458" cy="-50292"/>
          </a:xfrm>
          <a:prstGeom prst="line">
            <a:avLst/>
          </a:prstGeom>
          <a:noFill/>
          <a:ln w="9525">
            <a:solidFill>
              <a:srgbClr val="E2DCD0"/>
            </a:solidFill>
            <a:prstDash val="solid"/>
          </a:ln>
        </p:spPr>
        <p:txBody>
          <a:bodyPr/>
          <a:p/>
        </p:txBody>
      </p:sp>
      <p:sp>
        <p:nvSpPr>
          <p:cNvPr id="24" name="Shape 22"/>
          <p:cNvSpPr/>
          <p:nvPr/>
        </p:nvSpPr>
        <p:spPr>
          <a:xfrm>
            <a:off x="10647045"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a:off x="10882503" y="6451092"/>
            <a:ext cx="-4572" cy="196596"/>
          </a:xfrm>
          <a:prstGeom prst="line">
            <a:avLst/>
          </a:prstGeom>
          <a:noFill/>
          <a:ln w="9525">
            <a:solidFill>
              <a:srgbClr val="E2DCD0"/>
            </a:solidFill>
            <a:prstDash val="solid"/>
          </a:ln>
        </p:spPr>
        <p:txBody>
          <a:bodyPr/>
          <a:p/>
        </p:txBody>
      </p:sp>
      <p:sp>
        <p:nvSpPr>
          <p:cNvPr id="27" name="Shape 25"/>
          <p:cNvSpPr/>
          <p:nvPr/>
        </p:nvSpPr>
        <p:spPr>
          <a:xfrm>
            <a:off x="11044809"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a:off x="10642473" y="6697980"/>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a:off x="10503027" y="6464808"/>
            <a:ext cx="-4572" cy="187452"/>
          </a:xfrm>
          <a:prstGeom prst="line">
            <a:avLst/>
          </a:prstGeom>
          <a:noFill/>
          <a:ln w="9525">
            <a:solidFill>
              <a:srgbClr val="E2DCD0"/>
            </a:solidFill>
            <a:prstDash val="solid"/>
          </a:ln>
        </p:spPr>
        <p:txBody>
          <a:bodyPr/>
          <a:p/>
        </p:txBody>
      </p:sp>
      <p:sp>
        <p:nvSpPr>
          <p:cNvPr id="20" name="Shape 18"/>
          <p:cNvSpPr/>
          <p:nvPr/>
        </p:nvSpPr>
        <p:spPr>
          <a:xfrm>
            <a:off x="10647045" y="6501384"/>
            <a:ext cx="235458" cy="-50292"/>
          </a:xfrm>
          <a:prstGeom prst="line">
            <a:avLst/>
          </a:prstGeom>
          <a:noFill/>
          <a:ln w="9525">
            <a:solidFill>
              <a:srgbClr val="E2DCD0"/>
            </a:solidFill>
            <a:prstDash val="solid"/>
          </a:ln>
        </p:spPr>
        <p:txBody>
          <a:bodyPr/>
          <a:p/>
        </p:txBody>
      </p:sp>
      <p:sp>
        <p:nvSpPr>
          <p:cNvPr id="21" name="Shape 19"/>
          <p:cNvSpPr/>
          <p:nvPr/>
        </p:nvSpPr>
        <p:spPr>
          <a:xfrm>
            <a:off x="10647045"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a:off x="10882503" y="6451092"/>
            <a:ext cx="-4572" cy="196596"/>
          </a:xfrm>
          <a:prstGeom prst="line">
            <a:avLst/>
          </a:prstGeom>
          <a:noFill/>
          <a:ln w="9525">
            <a:solidFill>
              <a:srgbClr val="E2DCD0"/>
            </a:solidFill>
            <a:prstDash val="solid"/>
          </a:ln>
        </p:spPr>
        <p:txBody>
          <a:bodyPr/>
          <a:p/>
        </p:txBody>
      </p:sp>
      <p:sp>
        <p:nvSpPr>
          <p:cNvPr id="24" name="Shape 22"/>
          <p:cNvSpPr/>
          <p:nvPr/>
        </p:nvSpPr>
        <p:spPr>
          <a:xfrm>
            <a:off x="11044809"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a:off x="10642473" y="6697980"/>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USB 5V 급전 — 12분 연속 구동과 회차 간 재현성 확보</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배터리 + 승압 모듈(MT3608)</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a:off x="10503027" y="6464808"/>
            <a:ext cx="-4572" cy="187452"/>
          </a:xfrm>
          <a:prstGeom prst="line">
            <a:avLst/>
          </a:prstGeom>
          <a:noFill/>
          <a:ln w="9525">
            <a:solidFill>
              <a:srgbClr val="E2DCD0"/>
            </a:solidFill>
            <a:prstDash val="solid"/>
          </a:ln>
        </p:spPr>
        <p:txBody>
          <a:bodyPr/>
          <a:p/>
        </p:txBody>
      </p:sp>
      <p:sp>
        <p:nvSpPr>
          <p:cNvPr id="17" name="Shape 15"/>
          <p:cNvSpPr/>
          <p:nvPr/>
        </p:nvSpPr>
        <p:spPr>
          <a:xfrm>
            <a:off x="10647045" y="6501384"/>
            <a:ext cx="235458" cy="-50292"/>
          </a:xfrm>
          <a:prstGeom prst="line">
            <a:avLst/>
          </a:prstGeom>
          <a:noFill/>
          <a:ln w="9525">
            <a:solidFill>
              <a:srgbClr val="E2DCD0"/>
            </a:solidFill>
            <a:prstDash val="solid"/>
          </a:ln>
        </p:spPr>
        <p:txBody>
          <a:bodyPr/>
          <a:p/>
        </p:txBody>
      </p:sp>
      <p:sp>
        <p:nvSpPr>
          <p:cNvPr id="18" name="Shape 16"/>
          <p:cNvSpPr/>
          <p:nvPr/>
        </p:nvSpPr>
        <p:spPr>
          <a:xfrm>
            <a:off x="10647045"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a:off x="10882503" y="6451092"/>
            <a:ext cx="-4572" cy="196596"/>
          </a:xfrm>
          <a:prstGeom prst="line">
            <a:avLst/>
          </a:prstGeom>
          <a:noFill/>
          <a:ln w="9525">
            <a:solidFill>
              <a:srgbClr val="E2DCD0"/>
            </a:solidFill>
            <a:prstDash val="solid"/>
          </a:ln>
        </p:spPr>
        <p:txBody>
          <a:bodyPr/>
          <a:p/>
        </p:txBody>
      </p:sp>
      <p:sp>
        <p:nvSpPr>
          <p:cNvPr id="21" name="Shape 19"/>
          <p:cNvSpPr/>
          <p:nvPr/>
        </p:nvSpPr>
        <p:spPr>
          <a:xfrm>
            <a:off x="11044809"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a:off x="10642473" y="6697980"/>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77240" y="5358384"/>
            <a:ext cx="10607040"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a:off x="10503027" y="6464808"/>
            <a:ext cx="-4572" cy="187452"/>
          </a:xfrm>
          <a:prstGeom prst="line">
            <a:avLst/>
          </a:prstGeom>
          <a:noFill/>
          <a:ln w="9525">
            <a:solidFill>
              <a:srgbClr val="E2DCD0"/>
            </a:solidFill>
            <a:prstDash val="solid"/>
          </a:ln>
        </p:spPr>
        <p:txBody>
          <a:bodyPr/>
          <a:p/>
        </p:txBody>
      </p:sp>
      <p:sp>
        <p:nvSpPr>
          <p:cNvPr id="28" name="Shape 26"/>
          <p:cNvSpPr/>
          <p:nvPr/>
        </p:nvSpPr>
        <p:spPr>
          <a:xfrm>
            <a:off x="10647045" y="6501384"/>
            <a:ext cx="235458" cy="-50292"/>
          </a:xfrm>
          <a:prstGeom prst="line">
            <a:avLst/>
          </a:prstGeom>
          <a:noFill/>
          <a:ln w="9525">
            <a:solidFill>
              <a:srgbClr val="E2DCD0"/>
            </a:solidFill>
            <a:prstDash val="solid"/>
          </a:ln>
        </p:spPr>
        <p:txBody>
          <a:bodyPr/>
          <a:p/>
        </p:txBody>
      </p:sp>
      <p:sp>
        <p:nvSpPr>
          <p:cNvPr id="29" name="Shape 27"/>
          <p:cNvSpPr/>
          <p:nvPr/>
        </p:nvSpPr>
        <p:spPr>
          <a:xfrm>
            <a:off x="10647045"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a:off x="10882503" y="6451092"/>
            <a:ext cx="-4572" cy="196596"/>
          </a:xfrm>
          <a:prstGeom prst="line">
            <a:avLst/>
          </a:prstGeom>
          <a:noFill/>
          <a:ln w="9525">
            <a:solidFill>
              <a:srgbClr val="E2DCD0"/>
            </a:solidFill>
            <a:prstDash val="solid"/>
          </a:ln>
        </p:spPr>
        <p:txBody>
          <a:bodyPr/>
          <a:p/>
        </p:txBody>
      </p:sp>
      <p:sp>
        <p:nvSpPr>
          <p:cNvPr id="32" name="Shape 30"/>
          <p:cNvSpPr/>
          <p:nvPr/>
        </p:nvSpPr>
        <p:spPr>
          <a:xfrm>
            <a:off x="11044809"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a:off x="10642473" y="6697980"/>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a:p>
            <a:pPr indent="0" marL="0" eaLnBrk="0" hangingPunct="1">
              <a:lnSpc>
                <a:spcPct val="105000"/>
              </a:lnSpc>
              <a:buNone/>
            </a:pPr>
            <a:r>
              <a:rPr lang="en-US" sz="1000" b="1" dirty="0">
                <a:solidFill>
                  <a:srgbClr val="D35400"/>
                </a:solidFill>
                <a:latin typeface="맑은 고딕" pitchFamily="34" charset="0"/>
                <a:ea typeface="맑은 고딕" pitchFamily="34" charset="-122"/>
                <a:cs typeface="맑은 고딕" pitchFamily="34" charset="-120"/>
              </a:rPr>
              <a:t>교정 뒤 방향오차 — 직선 화선 0.03°, 타원 정면 0.88°. 82~86°가 나왔던 타원 측면·노드 희소 조건은 교정 뒤에도 값을 내지 않고 자기 차단한다. 그 조건의 방향오차는 미측정이다.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10000"/>
              </a:lnSpc>
              <a:buNone/>
            </a:pPr>
            <a:endParaRPr lang="en-US" sz="1200" dirty="0"/>
          </a:p>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10000"/>
              </a:lnSpc>
              <a:buNone/>
            </a:pPr>
            <a:endParaRPr lang="en-US" sz="1200" dirty="0"/>
          </a:p>
          <a:p>
            <a:pPr indent="-146304" marL="146304"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10000"/>
              </a:lnSpc>
              <a:buNone/>
            </a:pPr>
            <a:endParaRPr lang="en-US" sz="1200" dirty="0"/>
          </a:p>
          <a:p>
            <a:pPr indent="0" marL="0" eaLnBrk="0" hangingPunct="1">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a:off x="10503027" y="6464808"/>
            <a:ext cx="-4572" cy="187452"/>
          </a:xfrm>
          <a:prstGeom prst="line">
            <a:avLst/>
          </a:prstGeom>
          <a:noFill/>
          <a:ln w="9525">
            <a:solidFill>
              <a:srgbClr val="E2DCD0"/>
            </a:solidFill>
            <a:prstDash val="solid"/>
          </a:ln>
        </p:spPr>
        <p:txBody>
          <a:bodyPr/>
          <a:p/>
        </p:txBody>
      </p:sp>
      <p:sp>
        <p:nvSpPr>
          <p:cNvPr id="20" name="Shape 17"/>
          <p:cNvSpPr/>
          <p:nvPr/>
        </p:nvSpPr>
        <p:spPr>
          <a:xfrm>
            <a:off x="10647045" y="6501384"/>
            <a:ext cx="235458" cy="-50292"/>
          </a:xfrm>
          <a:prstGeom prst="line">
            <a:avLst/>
          </a:prstGeom>
          <a:noFill/>
          <a:ln w="9525">
            <a:solidFill>
              <a:srgbClr val="E2DCD0"/>
            </a:solidFill>
            <a:prstDash val="solid"/>
          </a:ln>
        </p:spPr>
        <p:txBody>
          <a:bodyPr/>
          <a:p/>
        </p:txBody>
      </p:sp>
      <p:sp>
        <p:nvSpPr>
          <p:cNvPr id="21" name="Shape 18"/>
          <p:cNvSpPr/>
          <p:nvPr/>
        </p:nvSpPr>
        <p:spPr>
          <a:xfrm>
            <a:off x="10647045"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a:off x="10882503" y="6451092"/>
            <a:ext cx="-4572" cy="196596"/>
          </a:xfrm>
          <a:prstGeom prst="line">
            <a:avLst/>
          </a:prstGeom>
          <a:noFill/>
          <a:ln w="9525">
            <a:solidFill>
              <a:srgbClr val="E2DCD0"/>
            </a:solidFill>
            <a:prstDash val="solid"/>
          </a:ln>
        </p:spPr>
        <p:txBody>
          <a:bodyPr/>
          <a:p/>
        </p:txBody>
      </p:sp>
      <p:sp>
        <p:nvSpPr>
          <p:cNvPr id="24" name="Shape 21"/>
          <p:cNvSpPr/>
          <p:nvPr/>
        </p:nvSpPr>
        <p:spPr>
          <a:xfrm>
            <a:off x="11044809"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a:off x="10642473" y="6697980"/>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95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a:off x="10503027" y="6464808"/>
            <a:ext cx="-4572" cy="187452"/>
          </a:xfrm>
          <a:prstGeom prst="line">
            <a:avLst/>
          </a:prstGeom>
          <a:noFill/>
          <a:ln w="9525">
            <a:solidFill>
              <a:srgbClr val="E2DCD0"/>
            </a:solidFill>
            <a:prstDash val="solid"/>
          </a:ln>
        </p:spPr>
        <p:txBody>
          <a:bodyPr/>
          <a:p/>
        </p:txBody>
      </p:sp>
      <p:sp>
        <p:nvSpPr>
          <p:cNvPr id="22" name="Shape 20"/>
          <p:cNvSpPr/>
          <p:nvPr/>
        </p:nvSpPr>
        <p:spPr>
          <a:xfrm>
            <a:off x="10647045" y="6501384"/>
            <a:ext cx="235458" cy="-50292"/>
          </a:xfrm>
          <a:prstGeom prst="line">
            <a:avLst/>
          </a:prstGeom>
          <a:noFill/>
          <a:ln w="9525">
            <a:solidFill>
              <a:srgbClr val="E2DCD0"/>
            </a:solidFill>
            <a:prstDash val="solid"/>
          </a:ln>
        </p:spPr>
        <p:txBody>
          <a:bodyPr/>
          <a:p/>
        </p:txBody>
      </p:sp>
      <p:sp>
        <p:nvSpPr>
          <p:cNvPr id="23" name="Shape 21"/>
          <p:cNvSpPr/>
          <p:nvPr/>
        </p:nvSpPr>
        <p:spPr>
          <a:xfrm>
            <a:off x="10647045"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a:off x="10882503" y="6451092"/>
            <a:ext cx="-4572" cy="196596"/>
          </a:xfrm>
          <a:prstGeom prst="line">
            <a:avLst/>
          </a:prstGeom>
          <a:noFill/>
          <a:ln w="9525">
            <a:solidFill>
              <a:srgbClr val="E2DCD0"/>
            </a:solidFill>
            <a:prstDash val="solid"/>
          </a:ln>
        </p:spPr>
        <p:txBody>
          <a:bodyPr/>
          <a:p/>
        </p:txBody>
      </p:sp>
      <p:sp>
        <p:nvSpPr>
          <p:cNvPr id="26" name="Shape 24"/>
          <p:cNvSpPr/>
          <p:nvPr/>
        </p:nvSpPr>
        <p:spPr>
          <a:xfrm>
            <a:off x="11044809"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a:off x="10642473" y="6697980"/>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a:off x="10503027" y="6464808"/>
            <a:ext cx="-4572" cy="187452"/>
          </a:xfrm>
          <a:prstGeom prst="line">
            <a:avLst/>
          </a:prstGeom>
          <a:noFill/>
          <a:ln w="9525">
            <a:solidFill>
              <a:srgbClr val="E2DCD0"/>
            </a:solidFill>
            <a:prstDash val="solid"/>
          </a:ln>
        </p:spPr>
        <p:txBody>
          <a:bodyPr/>
          <a:p/>
        </p:txBody>
      </p:sp>
      <p:sp>
        <p:nvSpPr>
          <p:cNvPr id="11" name="Shape 8"/>
          <p:cNvSpPr/>
          <p:nvPr/>
        </p:nvSpPr>
        <p:spPr>
          <a:xfrm>
            <a:off x="10647045" y="6501384"/>
            <a:ext cx="235458" cy="-50292"/>
          </a:xfrm>
          <a:prstGeom prst="line">
            <a:avLst/>
          </a:prstGeom>
          <a:noFill/>
          <a:ln w="9525">
            <a:solidFill>
              <a:srgbClr val="E2DCD0"/>
            </a:solidFill>
            <a:prstDash val="solid"/>
          </a:ln>
        </p:spPr>
        <p:txBody>
          <a:bodyPr/>
          <a:p/>
        </p:txBody>
      </p:sp>
      <p:sp>
        <p:nvSpPr>
          <p:cNvPr id="12" name="Shape 9"/>
          <p:cNvSpPr/>
          <p:nvPr/>
        </p:nvSpPr>
        <p:spPr>
          <a:xfrm>
            <a:off x="10647045"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a:off x="10882503" y="6451092"/>
            <a:ext cx="-4572" cy="196596"/>
          </a:xfrm>
          <a:prstGeom prst="line">
            <a:avLst/>
          </a:prstGeom>
          <a:noFill/>
          <a:ln w="9525">
            <a:solidFill>
              <a:srgbClr val="E2DCD0"/>
            </a:solidFill>
            <a:prstDash val="solid"/>
          </a:ln>
        </p:spPr>
        <p:txBody>
          <a:bodyPr/>
          <a:p/>
        </p:txBody>
      </p:sp>
      <p:sp>
        <p:nvSpPr>
          <p:cNvPr id="15" name="Shape 12"/>
          <p:cNvSpPr/>
          <p:nvPr/>
        </p:nvSpPr>
        <p:spPr>
          <a:xfrm>
            <a:off x="11044809"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a:off x="10642473" y="6697980"/>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a:off x="10503027" y="6464808"/>
            <a:ext cx="-4572" cy="187452"/>
          </a:xfrm>
          <a:prstGeom prst="line">
            <a:avLst/>
          </a:prstGeom>
          <a:noFill/>
          <a:ln w="9525">
            <a:solidFill>
              <a:srgbClr val="E2DCD0"/>
            </a:solidFill>
            <a:prstDash val="solid"/>
          </a:ln>
        </p:spPr>
        <p:txBody>
          <a:bodyPr/>
          <a:p/>
        </p:txBody>
      </p:sp>
      <p:sp>
        <p:nvSpPr>
          <p:cNvPr id="28" name="Shape 25"/>
          <p:cNvSpPr/>
          <p:nvPr/>
        </p:nvSpPr>
        <p:spPr>
          <a:xfrm>
            <a:off x="10647045" y="6501384"/>
            <a:ext cx="235458" cy="-50292"/>
          </a:xfrm>
          <a:prstGeom prst="line">
            <a:avLst/>
          </a:prstGeom>
          <a:noFill/>
          <a:ln w="9525">
            <a:solidFill>
              <a:srgbClr val="E2DCD0"/>
            </a:solidFill>
            <a:prstDash val="solid"/>
          </a:ln>
        </p:spPr>
        <p:txBody>
          <a:bodyPr/>
          <a:p/>
        </p:txBody>
      </p:sp>
      <p:sp>
        <p:nvSpPr>
          <p:cNvPr id="29" name="Shape 26"/>
          <p:cNvSpPr/>
          <p:nvPr/>
        </p:nvSpPr>
        <p:spPr>
          <a:xfrm>
            <a:off x="10647045"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a:off x="10882503" y="6451092"/>
            <a:ext cx="-4572" cy="196596"/>
          </a:xfrm>
          <a:prstGeom prst="line">
            <a:avLst/>
          </a:prstGeom>
          <a:noFill/>
          <a:ln w="9525">
            <a:solidFill>
              <a:srgbClr val="E2DCD0"/>
            </a:solidFill>
            <a:prstDash val="solid"/>
          </a:ln>
        </p:spPr>
        <p:txBody>
          <a:bodyPr/>
          <a:p/>
        </p:txBody>
      </p:sp>
      <p:sp>
        <p:nvSpPr>
          <p:cNvPr id="32" name="Shape 29"/>
          <p:cNvSpPr/>
          <p:nvPr/>
        </p:nvSpPr>
        <p:spPr>
          <a:xfrm>
            <a:off x="11044809"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a:off x="10642473" y="6697980"/>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a:off x="10503027" y="6464808"/>
            <a:ext cx="-4572" cy="187452"/>
          </a:xfrm>
          <a:prstGeom prst="line">
            <a:avLst/>
          </a:prstGeom>
          <a:noFill/>
          <a:ln w="9525">
            <a:solidFill>
              <a:srgbClr val="E2DCD0"/>
            </a:solidFill>
            <a:prstDash val="solid"/>
          </a:ln>
        </p:spPr>
        <p:txBody>
          <a:bodyPr/>
          <a:p/>
        </p:txBody>
      </p:sp>
      <p:sp>
        <p:nvSpPr>
          <p:cNvPr id="14" name="Shape 11"/>
          <p:cNvSpPr/>
          <p:nvPr/>
        </p:nvSpPr>
        <p:spPr>
          <a:xfrm>
            <a:off x="10647045" y="6501384"/>
            <a:ext cx="235458" cy="-50292"/>
          </a:xfrm>
          <a:prstGeom prst="line">
            <a:avLst/>
          </a:prstGeom>
          <a:noFill/>
          <a:ln w="9525">
            <a:solidFill>
              <a:srgbClr val="E2DCD0"/>
            </a:solidFill>
            <a:prstDash val="solid"/>
          </a:ln>
        </p:spPr>
        <p:txBody>
          <a:bodyPr/>
          <a:p/>
        </p:txBody>
      </p:sp>
      <p:sp>
        <p:nvSpPr>
          <p:cNvPr id="15" name="Shape 12"/>
          <p:cNvSpPr/>
          <p:nvPr/>
        </p:nvSpPr>
        <p:spPr>
          <a:xfrm>
            <a:off x="10647045"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a:off x="10882503" y="6451092"/>
            <a:ext cx="-4572" cy="196596"/>
          </a:xfrm>
          <a:prstGeom prst="line">
            <a:avLst/>
          </a:prstGeom>
          <a:noFill/>
          <a:ln w="9525">
            <a:solidFill>
              <a:srgbClr val="E2DCD0"/>
            </a:solidFill>
            <a:prstDash val="solid"/>
          </a:ln>
        </p:spPr>
        <p:txBody>
          <a:bodyPr/>
          <a:p/>
        </p:txBody>
      </p:sp>
      <p:sp>
        <p:nvSpPr>
          <p:cNvPr id="18" name="Shape 15"/>
          <p:cNvSpPr/>
          <p:nvPr/>
        </p:nvSpPr>
        <p:spPr>
          <a:xfrm>
            <a:off x="11044809"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a:off x="10642473" y="6697980"/>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